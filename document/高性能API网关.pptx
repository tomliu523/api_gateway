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147480310" r:id="rId7"/>
    <p:sldId id="2147480316" r:id="rId8"/>
    <p:sldId id="2147480315" r:id="rId9"/>
    <p:sldId id="2147480317" r:id="rId10"/>
    <p:sldId id="2147480314" r:id="rId11"/>
    <p:sldId id="2147480320" r:id="rId12"/>
    <p:sldId id="214748032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 autoAdjust="0"/>
    <p:restoredTop sz="94694"/>
  </p:normalViewPr>
  <p:slideViewPr>
    <p:cSldViewPr snapToGrid="0">
      <p:cViewPr varScale="1">
        <p:scale>
          <a:sx n="117" d="100"/>
          <a:sy n="117" d="100"/>
        </p:scale>
        <p:origin x="11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F0079-F339-2CA0-DB89-E3FE3857B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9EAD8B-522C-D14E-C476-884A912DE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B4E77-F173-C16D-8ECD-C666580C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F1E5A-5A2B-1EC9-F1CA-59A525D9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6AA05B-A821-75DA-8087-6E56D6A3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9748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53784-EEEC-0C16-87F3-5241E107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F2331-86A8-37AC-686C-3488DCC9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533C22-B66A-5E02-B510-39E1AB5E6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0884D-0D05-6BA5-B18D-D58DF0F24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077CE8-229A-2052-3039-992C1A85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931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75989-30CD-A471-3655-DEDC929B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EFC7ED-112A-D592-DFCB-9309B212D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6FBB1-C359-C534-622C-CB22B7B1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941F7-66DD-963B-19A0-E185C356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D7E91-C958-0A91-62EE-93C8D1B7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718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4F366-22CA-55A6-BBF2-4A59A51B0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A08CCC-9CDC-F07D-8F8C-47CC53277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C802D3-500F-0B15-D00C-DBFA1A05E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F024F7-5C79-C5CF-5B04-00F33E8B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2FE0EF-09F4-72B2-8F0D-EA4CDED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478B60-3BFC-A664-CFBB-EDB3D26D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867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D923B-31A5-ADCD-83F0-C5D27389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4FA0F-DF71-06DF-CF43-0FA4A2728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18901C-B3BC-A1D4-65A4-D9EDC03F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B5A9BB-4BD3-0940-6A7D-03C84CFFE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D24F38-94D1-2FB2-7D82-2C147271D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31E338-F906-84FB-CB1F-213AF571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F7863E-4A00-5EB0-6751-0FA24A49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BB96D0-9785-7D6D-0C1C-30064639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358EB-4AAB-FA10-3089-7DC7D4E5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28A7BC-66C0-F207-FF4B-2C048862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E61319-60C6-D54F-8693-138DF03F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1BECD6-0593-7FE9-B7B9-BBD35A3A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288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7CBC54-0B15-F8C5-E652-5A910073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FB2F4F-19ED-4BB4-E39C-7AB989991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67C8F7-BB99-A336-BBAF-060CDC3C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46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49155E-92C8-A076-9269-1D8F5750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806160-D53D-4F7B-7B30-85629D4A9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16BEC2-5726-C27E-FFE8-A47E6F743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998922-0895-D29D-73E4-CF9C0B2C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E4017-D014-8C69-4905-1C10279C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EF751D-621C-830B-D779-35E49266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759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47CC8-0EBC-C274-E442-6500E9985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94FD53-E6C0-E412-D5DF-F0D97E24C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1A50DD-F43E-DF7E-85D0-12CBC2557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61D239-BCE9-86A6-277E-17220252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366F22-F649-8DFF-042A-DCB122DA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C40515-EA2E-8F44-9CCC-8CC3AA6D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021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58E19-B49B-560D-A06C-DE4AA43F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729AE3-903F-FCCC-3828-0C56EAE6C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412CC8-2320-078F-216E-E6E73656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E7E027-D8DE-9A86-9981-62DBEACD4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96984-4057-6A72-9D4D-0F742A80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048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94C2E4-EECD-6B28-4222-73568FA9E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4CCEDD-9036-4AAE-8A4F-17F0D2695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9669D2-626F-1BE3-4AD2-E63BED1A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D1AB87-1439-09E8-F25E-6DEEE3B2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A871C-8DC7-37B2-F11D-28391ED3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210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32A6FE-D2E0-F54E-E30B-B75F1A06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D8B0D1-7DF6-4FE7-1038-BBF2EDD1D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C5BEED-7E47-D754-817C-D8A284070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D0274-21F4-47A7-848D-A59A3365E95C}" type="datetimeFigureOut">
              <a:rPr lang="en-CA" smtClean="0"/>
              <a:t>2025-05-09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7883B-C517-28D1-48D1-9508C98A1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C1821C-18FF-1F8A-E0FC-917DF145D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2193-3BBC-42DB-955C-6BE17FC9F5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598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E9F9EE-39B1-B405-7C1D-5A2B874CA5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高性能</a:t>
            </a:r>
            <a:r>
              <a:rPr lang="en-CA" altLang="zh-CN" dirty="0"/>
              <a:t>API</a:t>
            </a:r>
            <a:r>
              <a:rPr lang="zh-CN" altLang="en-US" dirty="0"/>
              <a:t>网关</a:t>
            </a:r>
            <a:br>
              <a:rPr lang="en-CA" altLang="zh-CN" dirty="0"/>
            </a:br>
            <a:r>
              <a:rPr lang="zh-CN" altLang="en-US" dirty="0"/>
              <a:t>机会与风险分析</a:t>
            </a:r>
            <a:endParaRPr lang="en-CA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CF225A-73BD-5482-31E2-71A3A6561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3510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BA3A5-5630-A5CC-7930-B815C58F7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8" y="81889"/>
            <a:ext cx="10515600" cy="783092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目前的云原生架构</a:t>
            </a:r>
            <a:endParaRPr lang="en-CA" sz="3600" dirty="0"/>
          </a:p>
        </p:txBody>
      </p:sp>
      <p:sp>
        <p:nvSpPr>
          <p:cNvPr id="656" name="内容占位符 655">
            <a:extLst>
              <a:ext uri="{FF2B5EF4-FFF2-40B4-BE49-F238E27FC236}">
                <a16:creationId xmlns:a16="http://schemas.microsoft.com/office/drawing/2014/main" id="{6B1EB856-6F92-739C-2130-5C7325950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4702" y="1657886"/>
            <a:ext cx="4104756" cy="4495954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优点：</a:t>
            </a:r>
            <a:endParaRPr lang="en-CA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成熟的解决方案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API GW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可编程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(LUA)</a:t>
            </a:r>
          </a:p>
          <a:p>
            <a:pPr lvl="1"/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API GW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可扩展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(Plugin)</a:t>
            </a:r>
          </a:p>
          <a:p>
            <a:pPr lvl="1"/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Side Car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可通过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Istio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自动部署和生成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Design For Failure</a:t>
            </a:r>
          </a:p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缺点：</a:t>
            </a:r>
            <a:endParaRPr lang="en-CA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三层堆叠式的流量管理：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L4 SLB + API GW + Ingress Controller</a:t>
            </a: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效率低（延迟高）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资源消耗大（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Side Car)</a:t>
            </a: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维护成本高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en-CA" altLang="zh-CN" sz="1200" dirty="0">
                <a:latin typeface="等线" panose="02010600030101010101" pitchFamily="2" charset="-122"/>
                <a:ea typeface="等线" panose="02010600030101010101" pitchFamily="2" charset="-122"/>
              </a:rPr>
              <a:t>200</a:t>
            </a:r>
            <a:r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万部署成本</a:t>
            </a:r>
            <a:endParaRPr lang="en-CA" altLang="zh-CN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en-CA" altLang="zh-CN" sz="1200" dirty="0">
                <a:latin typeface="等线" panose="02010600030101010101" pitchFamily="2" charset="-122"/>
                <a:ea typeface="等线" panose="02010600030101010101" pitchFamily="2" charset="-122"/>
              </a:rPr>
              <a:t>40</a:t>
            </a:r>
            <a:r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万维护成本</a:t>
            </a:r>
            <a:endParaRPr lang="en-CA" altLang="zh-CN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C4844A4F-0E3F-0A65-3755-F5B64A3DFD33}"/>
              </a:ext>
            </a:extLst>
          </p:cNvPr>
          <p:cNvSpPr/>
          <p:nvPr/>
        </p:nvSpPr>
        <p:spPr>
          <a:xfrm>
            <a:off x="7566386" y="1009936"/>
            <a:ext cx="1379764" cy="783091"/>
          </a:xfrm>
          <a:prstGeom prst="cloud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Internet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066A131-D82D-18D1-34B1-AE8E6184ACCF}"/>
              </a:ext>
            </a:extLst>
          </p:cNvPr>
          <p:cNvGrpSpPr/>
          <p:nvPr/>
        </p:nvGrpSpPr>
        <p:grpSpPr>
          <a:xfrm>
            <a:off x="4944761" y="3739485"/>
            <a:ext cx="1260224" cy="2093191"/>
            <a:chOff x="1221476" y="3534770"/>
            <a:chExt cx="1260224" cy="209319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1786065-AA6D-4008-753F-48AB638C6514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CAC5CBB-ED98-1679-1C06-B9C1A56E7ECB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1C42293-6057-63E3-CEC0-57CC3330AF5F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A2EC4BD1-1C9A-0F0F-2347-08C7C923AAEC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F2094E1-F48C-0213-0B68-BC469F171E9F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223B1355-C9D3-813E-31E8-0B7730A244C4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F47DEB6-2DA6-19E1-3882-FE62052C62DC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912DD36F-5E21-370A-54AD-A043E637B71D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7594125-8D1C-208A-847B-996078D5C4C2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8FC3E686-8493-E8CD-0380-63E74360CE8D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7F385AC3-8083-B0FE-7ABA-D586AC84C2F9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FBB08C8-41FF-72AB-1193-D7E620EEAE58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8FC3990D-F117-964F-7153-64B64888B486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DBE3013-DDD8-FE35-C522-2DEAFD34CC60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026E0BD4-533E-9A39-4656-E832E77F8C20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100D011-DDE0-73A6-2BD0-FAD553F7B298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C5BC882A-D6AB-18AD-8B2D-C8FC1F7881C4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2F55E581-4E61-03E4-61D0-CE0CAE8962CA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B8428A9-3E10-49FB-847D-6559E5541354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4B4A3AE-9CD5-20CC-2562-8FD1D55979A7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7D7C300-B202-3B20-7105-6C2B6791488F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E5EAA91E-2CFE-1064-1F15-D55AF1D373F4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A66F55B-1DD3-46A8-25ED-3969BA7F24FA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37CD5E7B-8D60-9DFA-946D-74624C7AAE94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E1CC0BBE-74CE-549E-CE5C-624974D1712F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75AE36E-1E00-50DC-A85B-7A6B89F2F4C9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E7C4C5C3-62BE-948F-2D98-4EE4BD3D83DE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7FEFA36-9337-A95C-AE50-301AAB7AA091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9F7C0766-6040-7C93-FDD8-F77620F93D3F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4EC8713-B191-559D-0CF6-0115F0A95B1B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22F571D0-E846-3030-D78B-5B8725DC277E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A92485AC-635B-20C2-4E14-5D8AF5E6D134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D5E87509-A7EC-7D6E-03D2-2958B5252B3B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C3DD03F8-5428-FF55-5EC0-0B3BF23D59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639C270-36D0-F9EF-5C92-C3C8115A77DC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DD23C531-88C1-1D1D-7CB8-E6672A5DA373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807E40CB-BB4D-C7BE-9F9C-8B419774FBF4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540D6B61-1A6B-2149-A11C-8E2CB11B0AD1}"/>
                </a:ext>
              </a:extLst>
            </p:cNvPr>
            <p:cNvCxnSpPr>
              <a:stCxn id="19" idx="2"/>
              <a:endCxn id="41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95780E0D-AFF9-0ED8-843C-D1B6C5AD28B3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19F0E0F4-9364-FE07-A96D-742753367D47}"/>
              </a:ext>
            </a:extLst>
          </p:cNvPr>
          <p:cNvGrpSpPr/>
          <p:nvPr/>
        </p:nvGrpSpPr>
        <p:grpSpPr>
          <a:xfrm>
            <a:off x="6696306" y="3739488"/>
            <a:ext cx="1260224" cy="2093191"/>
            <a:chOff x="1221476" y="3534770"/>
            <a:chExt cx="1260224" cy="2093191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26BE190-437E-97E3-D660-5F07340FF97D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6BF1A56-08A0-FEC7-27F1-D39800376B99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D313F82F-F5DE-4881-C157-BD7C47C93135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109" name="矩形: 圆角 108">
                <a:extLst>
                  <a:ext uri="{FF2B5EF4-FFF2-40B4-BE49-F238E27FC236}">
                    <a16:creationId xmlns:a16="http://schemas.microsoft.com/office/drawing/2014/main" id="{A52CE107-E046-9CAC-B598-46954F776B33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0B36ADFE-B986-13C6-DD3B-B73D1A0FECC3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18709E1B-73B2-5E79-ED79-097EF8F2C121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6E1AAB94-2704-BA31-1912-3C9B74F23588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683CBDBE-8C56-2087-08A3-8B5730DC6FE7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877B191D-F8F5-F6BC-CF4B-7D06946A27B7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2C2FA98A-FB25-D005-9ED3-32F9D59FA8C4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863C84D3-8699-7099-7551-0AF5D3EDE0E1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7049991F-4BF5-843D-5359-BED481FB7705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0C138C3B-AFD2-C26F-12D4-48A63140D264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C50B589B-F86F-F923-CFE5-148D49688F4B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65D790A6-7421-8800-17A4-D7C84FC8CEBC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D111291D-7F4D-A7F6-A4FF-469BBBCA9FD8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4F79CA21-17A3-F432-487A-5B0A106D7547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D59715F7-587F-3438-3B99-A1E1320724AE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8CD274FE-4F5D-9D96-3B99-D6277A7FD38C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F9C9018B-5E71-D593-C4AF-84C3C58C797E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0B9886B-0309-2890-10B0-A368BFCF3B2B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AE3090C2-843F-6612-35B8-4C7A6571CC78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B5674072-7C9F-C3C6-9DCA-DDF47D3E59C0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624B9D02-4CE9-967A-39CE-5A72E1205057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91" name="矩形: 圆角 90">
                <a:extLst>
                  <a:ext uri="{FF2B5EF4-FFF2-40B4-BE49-F238E27FC236}">
                    <a16:creationId xmlns:a16="http://schemas.microsoft.com/office/drawing/2014/main" id="{9C20FA29-D64E-3E44-B3A2-21F6D6013434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D9E3F1B-215C-BBED-93F5-B63D0907964F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D96A5314-8722-1EE0-1186-16EFDD1826B3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9D36D6D-1AC6-352A-79D6-44AFDADE1393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25EE5F85-A979-9A55-AD11-79D21620C477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2A148B45-3696-DD43-F1C8-8DD8FD94D39C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E780C9A0-65BF-F217-B7F9-2229F6F7886B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8C4C259B-5A3B-E6FE-0DBA-3BC1AC772E39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72C215A3-D035-69A0-B894-04AFEF65AD77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1EDFD7C8-57C8-0420-BEE9-A9FE7182B9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C245BE83-FF87-6578-B1F4-B91397E91641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E8246429-6E9E-6B18-FD6C-F333DA609B03}"/>
                </a:ext>
              </a:extLst>
            </p:cNvPr>
            <p:cNvCxnSpPr>
              <a:cxnSpLocks/>
              <a:stCxn id="90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F11FA88-7D78-ABE2-A523-D1290F7ED7B5}"/>
                </a:ext>
              </a:extLst>
            </p:cNvPr>
            <p:cNvCxnSpPr>
              <a:stCxn id="112" idx="2"/>
              <a:endCxn id="100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07DC50A6-3A2B-202F-F97B-F37292BD3D03}"/>
                </a:ext>
              </a:extLst>
            </p:cNvPr>
            <p:cNvCxnSpPr>
              <a:stCxn id="106" idx="2"/>
              <a:endCxn id="94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634F4D25-9C79-6044-F52C-788460CC3DDE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A16E5507-A65D-E4CA-FBD3-81424C5A19D1}"/>
              </a:ext>
            </a:extLst>
          </p:cNvPr>
          <p:cNvGrpSpPr/>
          <p:nvPr/>
        </p:nvGrpSpPr>
        <p:grpSpPr>
          <a:xfrm>
            <a:off x="8464759" y="3739487"/>
            <a:ext cx="1260224" cy="2093191"/>
            <a:chOff x="1221476" y="3534770"/>
            <a:chExt cx="1260224" cy="2093191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ED10311-83C3-BBCC-5F79-0225D0EFF682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EE64FEF1-D7E3-9392-6535-BFD94732CEB7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621BF6C0-30EA-04E6-2C6E-9991EF20F807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149" name="矩形: 圆角 148">
                <a:extLst>
                  <a:ext uri="{FF2B5EF4-FFF2-40B4-BE49-F238E27FC236}">
                    <a16:creationId xmlns:a16="http://schemas.microsoft.com/office/drawing/2014/main" id="{B87CE606-A2E5-E0D0-7396-63C58FD12508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C205A4C5-00B2-C276-63E9-D330743B1D95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49637DBB-4315-A52F-8946-1FC8F6ED19C9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A0729DC0-0B8E-906B-37A5-7F8479602119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EE5318D8-1509-AF4B-404E-07193864DBB6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459E5BAF-B123-495C-5473-662FE666CD41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1146F8D6-6F46-CB62-412B-FAD7767FC0B5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143" name="矩形: 圆角 142">
                <a:extLst>
                  <a:ext uri="{FF2B5EF4-FFF2-40B4-BE49-F238E27FC236}">
                    <a16:creationId xmlns:a16="http://schemas.microsoft.com/office/drawing/2014/main" id="{B657E561-791B-C424-C81C-1347E0879D2F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E8511F38-8B54-41AC-784E-1B42C25B2B69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4D0EDBDF-4D10-D959-8282-962997FEEFA0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74FAA1AF-9FA3-D4B8-ED43-BF11A4C53A21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8EDB6A9E-1CAD-B998-46AE-E556D19F8AC4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41BAE3EE-FD2D-557E-AAA7-1FDF12B2EB36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A095297E-C0BD-9269-7BD3-1D7F37BE0DA6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137" name="矩形: 圆角 136">
                <a:extLst>
                  <a:ext uri="{FF2B5EF4-FFF2-40B4-BE49-F238E27FC236}">
                    <a16:creationId xmlns:a16="http://schemas.microsoft.com/office/drawing/2014/main" id="{AFC58BD9-7940-2B02-ADFD-0FA078E188A0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2ED89F8-63ED-1CA9-F75F-9AFD0E46E80A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1C365835-22F2-EFF6-D681-2CD417E8AC5B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EAD92E61-4485-4FB3-2257-E101DEB61F07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23B5988A-795B-AB67-DA9F-1160B1535F0F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9F258B10-E1FD-5232-B169-8928162C74C2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C3FD3024-B422-7C53-E320-53B0C08E7E42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151CB45C-1628-2DD9-9D7C-E6BD9328B99A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2DF6D0BD-E276-7F15-2843-18EDF09FAC25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CE95EE39-B288-3646-E052-C6D4B08D1C22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60614AD7-EF8C-F372-25EA-55719B7836A9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986F195D-64E5-103E-C1F8-5DC720B73360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A8DF8AB2-C6FE-2145-59DE-1DE63EF55A5A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5E72F91F-504F-1530-C94D-9A6433EAFB01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127" name="矩形: 圆角 126">
                <a:extLst>
                  <a:ext uri="{FF2B5EF4-FFF2-40B4-BE49-F238E27FC236}">
                    <a16:creationId xmlns:a16="http://schemas.microsoft.com/office/drawing/2014/main" id="{3A201F27-6C98-EF49-D681-E6B09DBA3901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5EC8E301-7A1D-DBED-4A00-50AF898DEF23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038C7AF7-5283-B08B-B1EB-472F43A2E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C94B0743-2F3C-0877-63DF-1CE05404BAF7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69B52BAF-108E-A8ED-1794-6F853852B4BE}"/>
                </a:ext>
              </a:extLst>
            </p:cNvPr>
            <p:cNvCxnSpPr>
              <a:cxnSpLocks/>
              <a:stCxn id="130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EDBD733F-1D01-0BD1-C3DA-5F0FB65A4204}"/>
                </a:ext>
              </a:extLst>
            </p:cNvPr>
            <p:cNvCxnSpPr>
              <a:stCxn id="152" idx="2"/>
              <a:endCxn id="140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2EA9625C-4A18-C88D-626E-3F4374E046EE}"/>
                </a:ext>
              </a:extLst>
            </p:cNvPr>
            <p:cNvCxnSpPr>
              <a:stCxn id="146" idx="2"/>
              <a:endCxn id="134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747B0CB1-C416-811D-0A99-CD9C2FE528D6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矩形 154">
            <a:extLst>
              <a:ext uri="{FF2B5EF4-FFF2-40B4-BE49-F238E27FC236}">
                <a16:creationId xmlns:a16="http://schemas.microsoft.com/office/drawing/2014/main" id="{155A7984-1C83-B597-1635-B77BBA5638AD}"/>
              </a:ext>
            </a:extLst>
          </p:cNvPr>
          <p:cNvSpPr/>
          <p:nvPr/>
        </p:nvSpPr>
        <p:spPr>
          <a:xfrm>
            <a:off x="5016011" y="2905029"/>
            <a:ext cx="1112292" cy="319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API Gateway</a:t>
            </a:r>
            <a:endParaRPr lang="en-CA" sz="1100" dirty="0">
              <a:solidFill>
                <a:schemeClr val="tx1"/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2BD67439-6CF8-BA03-0E16-D6EF3390ED79}"/>
              </a:ext>
            </a:extLst>
          </p:cNvPr>
          <p:cNvSpPr/>
          <p:nvPr/>
        </p:nvSpPr>
        <p:spPr>
          <a:xfrm>
            <a:off x="6339491" y="2905029"/>
            <a:ext cx="1112292" cy="319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API Gateway</a:t>
            </a:r>
            <a:endParaRPr lang="en-CA" sz="1100" dirty="0">
              <a:solidFill>
                <a:schemeClr val="tx1"/>
              </a:solidFill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09AB9E0E-ABCE-91B4-8C11-C92AF215C6A0}"/>
              </a:ext>
            </a:extLst>
          </p:cNvPr>
          <p:cNvSpPr/>
          <p:nvPr/>
        </p:nvSpPr>
        <p:spPr>
          <a:xfrm>
            <a:off x="7662971" y="2903225"/>
            <a:ext cx="1112292" cy="319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API Gateway</a:t>
            </a:r>
            <a:endParaRPr lang="en-CA" sz="1100" dirty="0">
              <a:solidFill>
                <a:schemeClr val="tx1"/>
              </a:solidFill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7C4F282C-4914-BD55-B7EA-535E9F49599D}"/>
              </a:ext>
            </a:extLst>
          </p:cNvPr>
          <p:cNvSpPr/>
          <p:nvPr/>
        </p:nvSpPr>
        <p:spPr>
          <a:xfrm>
            <a:off x="8986451" y="2888580"/>
            <a:ext cx="1112292" cy="319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API Gateway</a:t>
            </a:r>
            <a:endParaRPr lang="en-CA" sz="1100" dirty="0">
              <a:solidFill>
                <a:schemeClr val="tx1"/>
              </a:solidFill>
            </a:endParaRPr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5A19ABBB-F6D2-CF31-E44E-8758D4B7C9DB}"/>
              </a:ext>
            </a:extLst>
          </p:cNvPr>
          <p:cNvGrpSpPr/>
          <p:nvPr/>
        </p:nvGrpSpPr>
        <p:grpSpPr>
          <a:xfrm>
            <a:off x="10234212" y="3739486"/>
            <a:ext cx="1260224" cy="2093191"/>
            <a:chOff x="1221476" y="3534770"/>
            <a:chExt cx="1260224" cy="2093191"/>
          </a:xfrm>
        </p:grpSpPr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2F3EE006-94D8-335F-13CE-79ADD4918022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377D184B-D866-5D2D-43FA-6C87F5E3A811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F6B0EA23-0103-6BEC-FAF4-18311DE01071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193" name="矩形: 圆角 192">
                <a:extLst>
                  <a:ext uri="{FF2B5EF4-FFF2-40B4-BE49-F238E27FC236}">
                    <a16:creationId xmlns:a16="http://schemas.microsoft.com/office/drawing/2014/main" id="{EF3C9511-66C0-0FF4-5B14-9FC46A6E6EEF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7B1E7348-C6F3-ACED-177D-D31128553F65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95" name="直接连接符 194">
                <a:extLst>
                  <a:ext uri="{FF2B5EF4-FFF2-40B4-BE49-F238E27FC236}">
                    <a16:creationId xmlns:a16="http://schemas.microsoft.com/office/drawing/2014/main" id="{55FFE34A-B285-530C-C3B8-958E729F5406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A349808B-0BC2-CBC9-B0A7-062A295C7152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97" name="直接连接符 196">
                <a:extLst>
                  <a:ext uri="{FF2B5EF4-FFF2-40B4-BE49-F238E27FC236}">
                    <a16:creationId xmlns:a16="http://schemas.microsoft.com/office/drawing/2014/main" id="{A752BF11-E306-57D4-92D7-296D8AEEC112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ECB5483E-8B27-36AE-4851-B052426129AB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02108589-436B-FD38-1C56-77B61F3226F1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FF762FCF-8597-561E-A08D-AFE688E8BE22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BEDA6881-9441-23DF-3188-222F24DC05CF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A220C6C4-79C6-04EA-15AE-150D1D83A585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D0F8E6A5-7B72-2D3F-A106-868EF50CAEC7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36457C24-7912-07F6-B1CA-980AB584A2C4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6E87852C-CEE4-CC67-A930-AAAB0D65454E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0E8F97A7-F0DE-B3A7-20CD-35D12664DB07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181" name="矩形: 圆角 180">
                <a:extLst>
                  <a:ext uri="{FF2B5EF4-FFF2-40B4-BE49-F238E27FC236}">
                    <a16:creationId xmlns:a16="http://schemas.microsoft.com/office/drawing/2014/main" id="{8BADD48A-16A6-1296-96E4-A7E6C31E6556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1DC9C047-85E2-2185-B3EC-D7E6047EFD9F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83" name="直接连接符 182">
                <a:extLst>
                  <a:ext uri="{FF2B5EF4-FFF2-40B4-BE49-F238E27FC236}">
                    <a16:creationId xmlns:a16="http://schemas.microsoft.com/office/drawing/2014/main" id="{28182A6E-D6E7-7A6C-92A1-970E5EC17D03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164202AD-9719-E505-7B58-408C5D277E04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74D8B830-488E-3235-CA27-C4549A7DE00F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BB38ADFC-5CD9-15A0-01F7-927D2E543727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97883EFF-F754-BB94-2FFF-96712DF01D07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175" name="矩形: 圆角 174">
                <a:extLst>
                  <a:ext uri="{FF2B5EF4-FFF2-40B4-BE49-F238E27FC236}">
                    <a16:creationId xmlns:a16="http://schemas.microsoft.com/office/drawing/2014/main" id="{17D0C08C-E094-E286-1961-6B176282E551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B32B0045-BDA7-3E32-B372-4710EC5A97E3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7" name="直接连接符 176">
                <a:extLst>
                  <a:ext uri="{FF2B5EF4-FFF2-40B4-BE49-F238E27FC236}">
                    <a16:creationId xmlns:a16="http://schemas.microsoft.com/office/drawing/2014/main" id="{E2CADA7C-BD89-D383-8AD1-8F30009E7B78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DF5A4AA4-6A86-7AFC-702B-0A9B0072B233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7E34A5EC-8B95-A299-39FB-A9480B615386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8062B2F-6334-ECFF-939C-C800779529FE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3C5B6849-4F22-E87C-E93C-AA2BF8B2AD2F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171" name="矩形: 圆角 170">
                <a:extLst>
                  <a:ext uri="{FF2B5EF4-FFF2-40B4-BE49-F238E27FC236}">
                    <a16:creationId xmlns:a16="http://schemas.microsoft.com/office/drawing/2014/main" id="{26178D8A-07A2-9A5B-782B-4915626C7F5E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24A64502-DBB4-6E29-EB23-D18B941D968F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3" name="直接连接符 172">
                <a:extLst>
                  <a:ext uri="{FF2B5EF4-FFF2-40B4-BE49-F238E27FC236}">
                    <a16:creationId xmlns:a16="http://schemas.microsoft.com/office/drawing/2014/main" id="{9A2B2689-B63E-F8BA-3328-9D2A493825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F66065B7-334E-AF2E-1273-CA4CF5BB19E9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03056855-C998-C48A-BEAE-87CADC34413B}"/>
                </a:ext>
              </a:extLst>
            </p:cNvPr>
            <p:cNvCxnSpPr>
              <a:cxnSpLocks/>
              <a:stCxn id="174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B4DAE1E6-F661-CE25-B74C-09DB2F7806CD}"/>
                </a:ext>
              </a:extLst>
            </p:cNvPr>
            <p:cNvCxnSpPr>
              <a:stCxn id="196" idx="2"/>
              <a:endCxn id="184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AB2AE30B-1102-13D8-9702-A30864F166C2}"/>
                </a:ext>
              </a:extLst>
            </p:cNvPr>
            <p:cNvCxnSpPr>
              <a:stCxn id="190" idx="2"/>
              <a:endCxn id="178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4E835051-5E4B-91BB-8611-EAA93AB98418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E05748E3-4CA4-8A79-2FB8-E61D17AEE831}"/>
              </a:ext>
            </a:extLst>
          </p:cNvPr>
          <p:cNvGrpSpPr/>
          <p:nvPr/>
        </p:nvGrpSpPr>
        <p:grpSpPr>
          <a:xfrm>
            <a:off x="5097161" y="3891885"/>
            <a:ext cx="1260224" cy="2093191"/>
            <a:chOff x="1221476" y="3534770"/>
            <a:chExt cx="1260224" cy="2093191"/>
          </a:xfrm>
        </p:grpSpPr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138BD7B2-37D8-4C36-D259-753915400849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D72B6728-E93E-570D-2EC6-7358C2BAA6DC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B8125CC8-DD93-A119-6573-9B68F381A4AD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275" name="矩形: 圆角 274">
                <a:extLst>
                  <a:ext uri="{FF2B5EF4-FFF2-40B4-BE49-F238E27FC236}">
                    <a16:creationId xmlns:a16="http://schemas.microsoft.com/office/drawing/2014/main" id="{D9A3FF21-6E7F-4D33-F345-369C7B9875D2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8B385F7E-B560-93E2-DDD8-68A231D7D063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4D1732F3-E7B4-0BD8-DFF8-7B2FFE5F82E2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DDC4B01E-9C45-B923-59F4-D4792FDBF14E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7B77610D-4917-0546-F2F4-FDE38F6403D7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文本框 279">
                <a:extLst>
                  <a:ext uri="{FF2B5EF4-FFF2-40B4-BE49-F238E27FC236}">
                    <a16:creationId xmlns:a16="http://schemas.microsoft.com/office/drawing/2014/main" id="{1D895FD3-1F75-6C5F-F35B-625E3AF6C160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94F8A0B2-7FFE-F7FE-28E1-8455E20D2F8E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269" name="矩形: 圆角 268">
                <a:extLst>
                  <a:ext uri="{FF2B5EF4-FFF2-40B4-BE49-F238E27FC236}">
                    <a16:creationId xmlns:a16="http://schemas.microsoft.com/office/drawing/2014/main" id="{178E094C-BB80-CE9C-9293-488471A99AE8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769A1440-A15E-FEFF-5B32-AF715EB15FDD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63BFC7A4-E400-E394-939E-01573A9C8587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7731A408-52C8-E705-3670-4ED9BC9228E6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82B0D355-A1E2-A612-A4A7-F873EC9312CC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C9CA8EEE-1CAA-FCDB-DE04-72967DD0FF41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11CB344A-914F-AC38-B151-5045A5F9A260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263" name="矩形: 圆角 262">
                <a:extLst>
                  <a:ext uri="{FF2B5EF4-FFF2-40B4-BE49-F238E27FC236}">
                    <a16:creationId xmlns:a16="http://schemas.microsoft.com/office/drawing/2014/main" id="{CB6071DC-1790-158E-A557-ABBD76D28474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735CC4D7-2D5D-8ACD-38B4-D4E77AC2EBD8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5CC8B3FD-3B63-C596-CB62-C2551EC41BA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8C04F2B6-AB56-AD2C-EF1C-C8122936156E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C6C4456D-6619-A265-4E36-5EC725FD0F53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506D9089-BC6F-B74B-8521-1DBE2D4928CA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EC6742F2-04E6-48CE-EDB5-175A98391EE4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257" name="矩形: 圆角 256">
                <a:extLst>
                  <a:ext uri="{FF2B5EF4-FFF2-40B4-BE49-F238E27FC236}">
                    <a16:creationId xmlns:a16="http://schemas.microsoft.com/office/drawing/2014/main" id="{E3960951-868C-FEB6-CDA8-CC846EFBF0FC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E0961812-15EF-389F-53B1-708FBBAFC58F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59" name="直接连接符 258">
                <a:extLst>
                  <a:ext uri="{FF2B5EF4-FFF2-40B4-BE49-F238E27FC236}">
                    <a16:creationId xmlns:a16="http://schemas.microsoft.com/office/drawing/2014/main" id="{91EB0621-7668-E588-08C6-2AE40C0627C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B4CF3D35-B8E4-8855-D80E-F76599DFC196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605CFCC1-32FD-C14C-D679-76087CEF33A3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7B669219-2820-628C-690F-7699202EF06B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8" name="组合 247">
              <a:extLst>
                <a:ext uri="{FF2B5EF4-FFF2-40B4-BE49-F238E27FC236}">
                  <a16:creationId xmlns:a16="http://schemas.microsoft.com/office/drawing/2014/main" id="{567E5BE2-4C17-38D6-2BE5-B4C9C0A7B031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253" name="矩形: 圆角 252">
                <a:extLst>
                  <a:ext uri="{FF2B5EF4-FFF2-40B4-BE49-F238E27FC236}">
                    <a16:creationId xmlns:a16="http://schemas.microsoft.com/office/drawing/2014/main" id="{F4E3E692-F2CF-97EB-4D1B-A89AC8329F40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FC5D12C6-1201-7E8A-E939-B82F246A34FB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11D57304-A1B4-10BB-2D0A-BD410EA80E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718E2F35-D0B9-C9C7-9B50-BE1BD0C41504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4EA1F899-EAB8-0D8C-3FAB-34C69682CA87}"/>
                </a:ext>
              </a:extLst>
            </p:cNvPr>
            <p:cNvCxnSpPr>
              <a:cxnSpLocks/>
              <a:stCxn id="25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462FD209-9722-B467-1FE3-67F4E1EA0F54}"/>
                </a:ext>
              </a:extLst>
            </p:cNvPr>
            <p:cNvCxnSpPr>
              <a:stCxn id="278" idx="2"/>
              <a:endCxn id="26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8A8F3E4F-A104-6FAF-298F-5E3C01069CA9}"/>
                </a:ext>
              </a:extLst>
            </p:cNvPr>
            <p:cNvCxnSpPr>
              <a:stCxn id="272" idx="2"/>
              <a:endCxn id="26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94667835-7901-D069-8448-B35492701E2D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E7B38AE5-B387-23D3-835B-8EE9B3453725}"/>
              </a:ext>
            </a:extLst>
          </p:cNvPr>
          <p:cNvGrpSpPr/>
          <p:nvPr/>
        </p:nvGrpSpPr>
        <p:grpSpPr>
          <a:xfrm>
            <a:off x="5249561" y="4044285"/>
            <a:ext cx="1260224" cy="2093191"/>
            <a:chOff x="1221476" y="3534770"/>
            <a:chExt cx="1260224" cy="2093191"/>
          </a:xfrm>
        </p:grpSpPr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6CFCE962-4FCF-14DC-D3BD-D867B07E5782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DAD7E84C-7FE3-77BA-4843-178905AE0D5B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284" name="组合 283">
              <a:extLst>
                <a:ext uri="{FF2B5EF4-FFF2-40B4-BE49-F238E27FC236}">
                  <a16:creationId xmlns:a16="http://schemas.microsoft.com/office/drawing/2014/main" id="{4D832DBA-35D4-661C-0A6E-59C3EC2F5B51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315" name="矩形: 圆角 314">
                <a:extLst>
                  <a:ext uri="{FF2B5EF4-FFF2-40B4-BE49-F238E27FC236}">
                    <a16:creationId xmlns:a16="http://schemas.microsoft.com/office/drawing/2014/main" id="{6A9B8F41-24E8-0A32-6991-06827C21C447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6" name="文本框 315">
                <a:extLst>
                  <a:ext uri="{FF2B5EF4-FFF2-40B4-BE49-F238E27FC236}">
                    <a16:creationId xmlns:a16="http://schemas.microsoft.com/office/drawing/2014/main" id="{B61C9FDD-1886-DD8D-A68E-3673F14D9DAA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C7B02240-B6B9-F4FE-0761-AEA11295D9B0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3D54D19-9A68-4D7F-8F8D-98F620ACED79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4216CC25-D361-2956-4BE3-7F27BA506C1F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AC09BEB5-7062-0CC3-FDBC-0BCF663403CA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B53DD01F-A86E-EF72-C65F-6817E475B555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309" name="矩形: 圆角 308">
                <a:extLst>
                  <a:ext uri="{FF2B5EF4-FFF2-40B4-BE49-F238E27FC236}">
                    <a16:creationId xmlns:a16="http://schemas.microsoft.com/office/drawing/2014/main" id="{821A5A43-B2DB-17BC-5845-814169A5152C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文本框 309">
                <a:extLst>
                  <a:ext uri="{FF2B5EF4-FFF2-40B4-BE49-F238E27FC236}">
                    <a16:creationId xmlns:a16="http://schemas.microsoft.com/office/drawing/2014/main" id="{2C2661D0-15FF-0BFA-8F63-D5074A0F3D86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11" name="直接连接符 310">
                <a:extLst>
                  <a:ext uri="{FF2B5EF4-FFF2-40B4-BE49-F238E27FC236}">
                    <a16:creationId xmlns:a16="http://schemas.microsoft.com/office/drawing/2014/main" id="{B192240D-E957-F5EC-077C-D54931E6F52F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文本框 311">
                <a:extLst>
                  <a:ext uri="{FF2B5EF4-FFF2-40B4-BE49-F238E27FC236}">
                    <a16:creationId xmlns:a16="http://schemas.microsoft.com/office/drawing/2014/main" id="{E1D9D3C9-4473-38B0-3463-50768126EE07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13" name="直接连接符 312">
                <a:extLst>
                  <a:ext uri="{FF2B5EF4-FFF2-40B4-BE49-F238E27FC236}">
                    <a16:creationId xmlns:a16="http://schemas.microsoft.com/office/drawing/2014/main" id="{973C177C-7B8B-8880-7A1F-9DF86B81984F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3921939A-4ECB-23B8-F283-5588DCC07747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7C9EB523-BB38-B4DB-F8D8-CA700DE3CABD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98998120-13A3-98E1-4717-A310EEAC25DA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文本框 303">
                <a:extLst>
                  <a:ext uri="{FF2B5EF4-FFF2-40B4-BE49-F238E27FC236}">
                    <a16:creationId xmlns:a16="http://schemas.microsoft.com/office/drawing/2014/main" id="{EDE7F1B3-DCC6-A3B3-82E2-A0063AF1F7C8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05" name="直接连接符 304">
                <a:extLst>
                  <a:ext uri="{FF2B5EF4-FFF2-40B4-BE49-F238E27FC236}">
                    <a16:creationId xmlns:a16="http://schemas.microsoft.com/office/drawing/2014/main" id="{F9F0A990-2288-89D3-4A51-29889D867BCB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6" name="文本框 305">
                <a:extLst>
                  <a:ext uri="{FF2B5EF4-FFF2-40B4-BE49-F238E27FC236}">
                    <a16:creationId xmlns:a16="http://schemas.microsoft.com/office/drawing/2014/main" id="{396D6CDF-7B85-66A2-3393-362B4AE26771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07" name="直接连接符 306">
                <a:extLst>
                  <a:ext uri="{FF2B5EF4-FFF2-40B4-BE49-F238E27FC236}">
                    <a16:creationId xmlns:a16="http://schemas.microsoft.com/office/drawing/2014/main" id="{73577E64-EE42-10AA-93A0-91C57E8DCE37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4E2E2067-8966-4CEF-5E09-458DC48E7D95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87" name="组合 286">
              <a:extLst>
                <a:ext uri="{FF2B5EF4-FFF2-40B4-BE49-F238E27FC236}">
                  <a16:creationId xmlns:a16="http://schemas.microsoft.com/office/drawing/2014/main" id="{755E98CC-CA08-317D-991F-6E1EEC72EC51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297" name="矩形: 圆角 296">
                <a:extLst>
                  <a:ext uri="{FF2B5EF4-FFF2-40B4-BE49-F238E27FC236}">
                    <a16:creationId xmlns:a16="http://schemas.microsoft.com/office/drawing/2014/main" id="{9138B209-F0D4-1B0C-7C32-90655F6F40D1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1653A0F9-5E13-613C-D0DB-2A7673B75F4F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99" name="直接连接符 298">
                <a:extLst>
                  <a:ext uri="{FF2B5EF4-FFF2-40B4-BE49-F238E27FC236}">
                    <a16:creationId xmlns:a16="http://schemas.microsoft.com/office/drawing/2014/main" id="{D5CE29B2-52C1-707B-7A3F-2DB9E2D5DAF7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文本框 299">
                <a:extLst>
                  <a:ext uri="{FF2B5EF4-FFF2-40B4-BE49-F238E27FC236}">
                    <a16:creationId xmlns:a16="http://schemas.microsoft.com/office/drawing/2014/main" id="{8512801C-47E8-E438-D1F9-039835B8FE34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18C6D5B4-F777-862E-FF93-33CBE932F1A8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2" name="文本框 301">
                <a:extLst>
                  <a:ext uri="{FF2B5EF4-FFF2-40B4-BE49-F238E27FC236}">
                    <a16:creationId xmlns:a16="http://schemas.microsoft.com/office/drawing/2014/main" id="{04BDA314-8255-E9C6-CB8D-DAB4346710D3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AC84BC8C-0F80-87E5-D68B-096842E4155C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293" name="矩形: 圆角 292">
                <a:extLst>
                  <a:ext uri="{FF2B5EF4-FFF2-40B4-BE49-F238E27FC236}">
                    <a16:creationId xmlns:a16="http://schemas.microsoft.com/office/drawing/2014/main" id="{41C13A94-62DB-4A6E-2145-EFA11EECF21D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4" name="文本框 293">
                <a:extLst>
                  <a:ext uri="{FF2B5EF4-FFF2-40B4-BE49-F238E27FC236}">
                    <a16:creationId xmlns:a16="http://schemas.microsoft.com/office/drawing/2014/main" id="{8ECBED7C-E9B2-FA81-5E79-59FD597E71BC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95" name="直接连接符 294">
                <a:extLst>
                  <a:ext uri="{FF2B5EF4-FFF2-40B4-BE49-F238E27FC236}">
                    <a16:creationId xmlns:a16="http://schemas.microsoft.com/office/drawing/2014/main" id="{99AAB8C5-4DCC-BB40-722B-7F909492FF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A1BF32B1-329D-18EA-869C-EB0531902B15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AB7608D3-F10E-BB88-C40C-8446C91511DE}"/>
                </a:ext>
              </a:extLst>
            </p:cNvPr>
            <p:cNvCxnSpPr>
              <a:cxnSpLocks/>
              <a:stCxn id="29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DD32502F-7411-ECD0-58F1-30EE055A3AB3}"/>
                </a:ext>
              </a:extLst>
            </p:cNvPr>
            <p:cNvCxnSpPr>
              <a:stCxn id="318" idx="2"/>
              <a:endCxn id="30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FD62A53F-794D-FD33-A47F-1BE2E6482834}"/>
                </a:ext>
              </a:extLst>
            </p:cNvPr>
            <p:cNvCxnSpPr>
              <a:stCxn id="312" idx="2"/>
              <a:endCxn id="30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D5863627-6BD8-1C9E-CFBD-3C0E8C2B1C8D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组合 320">
            <a:extLst>
              <a:ext uri="{FF2B5EF4-FFF2-40B4-BE49-F238E27FC236}">
                <a16:creationId xmlns:a16="http://schemas.microsoft.com/office/drawing/2014/main" id="{04426015-A622-7B93-F26E-D482B9D6466E}"/>
              </a:ext>
            </a:extLst>
          </p:cNvPr>
          <p:cNvGrpSpPr/>
          <p:nvPr/>
        </p:nvGrpSpPr>
        <p:grpSpPr>
          <a:xfrm>
            <a:off x="6848706" y="3891888"/>
            <a:ext cx="1260224" cy="2093191"/>
            <a:chOff x="1221476" y="3534770"/>
            <a:chExt cx="1260224" cy="2093191"/>
          </a:xfrm>
        </p:grpSpPr>
        <p:sp>
          <p:nvSpPr>
            <p:cNvPr id="322" name="矩形 321">
              <a:extLst>
                <a:ext uri="{FF2B5EF4-FFF2-40B4-BE49-F238E27FC236}">
                  <a16:creationId xmlns:a16="http://schemas.microsoft.com/office/drawing/2014/main" id="{CD32F8A9-733C-36A1-C16B-05CBFABEDDB1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23" name="文本框 322">
              <a:extLst>
                <a:ext uri="{FF2B5EF4-FFF2-40B4-BE49-F238E27FC236}">
                  <a16:creationId xmlns:a16="http://schemas.microsoft.com/office/drawing/2014/main" id="{5DF440F0-280B-84B7-0C61-B9E410EE0A8C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324" name="组合 323">
              <a:extLst>
                <a:ext uri="{FF2B5EF4-FFF2-40B4-BE49-F238E27FC236}">
                  <a16:creationId xmlns:a16="http://schemas.microsoft.com/office/drawing/2014/main" id="{58555ED6-BB6C-A8B0-2F75-26A1FEDB4D01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355" name="矩形: 圆角 354">
                <a:extLst>
                  <a:ext uri="{FF2B5EF4-FFF2-40B4-BE49-F238E27FC236}">
                    <a16:creationId xmlns:a16="http://schemas.microsoft.com/office/drawing/2014/main" id="{28C26CC4-B440-E8C4-E715-CC3EA9925D8C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2F070C14-5843-A4AE-8862-44014AE5A803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7" name="直接连接符 356">
                <a:extLst>
                  <a:ext uri="{FF2B5EF4-FFF2-40B4-BE49-F238E27FC236}">
                    <a16:creationId xmlns:a16="http://schemas.microsoft.com/office/drawing/2014/main" id="{83935948-C9EA-6231-6250-D737477884FA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8" name="文本框 357">
                <a:extLst>
                  <a:ext uri="{FF2B5EF4-FFF2-40B4-BE49-F238E27FC236}">
                    <a16:creationId xmlns:a16="http://schemas.microsoft.com/office/drawing/2014/main" id="{49430D66-F30F-801B-6AF9-83B14DF3DF11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534C9DA3-3FD9-0DC4-AF21-631A5BA6B0DA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0" name="文本框 359">
                <a:extLst>
                  <a:ext uri="{FF2B5EF4-FFF2-40B4-BE49-F238E27FC236}">
                    <a16:creationId xmlns:a16="http://schemas.microsoft.com/office/drawing/2014/main" id="{EAE5002A-28E1-AB7C-F425-02A3298FF599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25" name="组合 324">
              <a:extLst>
                <a:ext uri="{FF2B5EF4-FFF2-40B4-BE49-F238E27FC236}">
                  <a16:creationId xmlns:a16="http://schemas.microsoft.com/office/drawing/2014/main" id="{E3F4431F-AEA4-6071-F21E-09A8BC2868D2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349" name="矩形: 圆角 348">
                <a:extLst>
                  <a:ext uri="{FF2B5EF4-FFF2-40B4-BE49-F238E27FC236}">
                    <a16:creationId xmlns:a16="http://schemas.microsoft.com/office/drawing/2014/main" id="{8325F8CC-FE9F-A29A-63C8-2E213983D15C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文本框 349">
                <a:extLst>
                  <a:ext uri="{FF2B5EF4-FFF2-40B4-BE49-F238E27FC236}">
                    <a16:creationId xmlns:a16="http://schemas.microsoft.com/office/drawing/2014/main" id="{D8ED2C66-941F-628C-5B15-B84CCB1520A0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1" name="直接连接符 350">
                <a:extLst>
                  <a:ext uri="{FF2B5EF4-FFF2-40B4-BE49-F238E27FC236}">
                    <a16:creationId xmlns:a16="http://schemas.microsoft.com/office/drawing/2014/main" id="{50020F24-3A88-B9D8-F2FE-0844C2B8DA9C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2" name="文本框 351">
                <a:extLst>
                  <a:ext uri="{FF2B5EF4-FFF2-40B4-BE49-F238E27FC236}">
                    <a16:creationId xmlns:a16="http://schemas.microsoft.com/office/drawing/2014/main" id="{B72A1AA0-EC4D-ADEB-D4AB-56B41E8EB52B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3" name="直接连接符 352">
                <a:extLst>
                  <a:ext uri="{FF2B5EF4-FFF2-40B4-BE49-F238E27FC236}">
                    <a16:creationId xmlns:a16="http://schemas.microsoft.com/office/drawing/2014/main" id="{D9ECF6F8-F079-1579-CD0C-E1B2208DBBE2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文本框 353">
                <a:extLst>
                  <a:ext uri="{FF2B5EF4-FFF2-40B4-BE49-F238E27FC236}">
                    <a16:creationId xmlns:a16="http://schemas.microsoft.com/office/drawing/2014/main" id="{130A0E67-4CCC-8BF5-39CD-3520AD80C033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26" name="组合 325">
              <a:extLst>
                <a:ext uri="{FF2B5EF4-FFF2-40B4-BE49-F238E27FC236}">
                  <a16:creationId xmlns:a16="http://schemas.microsoft.com/office/drawing/2014/main" id="{C102AE98-C009-28A6-07A9-6EB55461D16D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343" name="矩形: 圆角 342">
                <a:extLst>
                  <a:ext uri="{FF2B5EF4-FFF2-40B4-BE49-F238E27FC236}">
                    <a16:creationId xmlns:a16="http://schemas.microsoft.com/office/drawing/2014/main" id="{2EF447E7-4079-7492-A24D-327A8EB16386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BE5E40AC-E6F2-8B39-44F0-D9A5106CA457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45" name="直接连接符 344">
                <a:extLst>
                  <a:ext uri="{FF2B5EF4-FFF2-40B4-BE49-F238E27FC236}">
                    <a16:creationId xmlns:a16="http://schemas.microsoft.com/office/drawing/2014/main" id="{214A58E5-1DAB-7F39-8A07-FBEEC9BFB934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6" name="文本框 345">
                <a:extLst>
                  <a:ext uri="{FF2B5EF4-FFF2-40B4-BE49-F238E27FC236}">
                    <a16:creationId xmlns:a16="http://schemas.microsoft.com/office/drawing/2014/main" id="{F348330B-BF4F-EB47-E72C-ADB67C9268B8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47" name="直接连接符 346">
                <a:extLst>
                  <a:ext uri="{FF2B5EF4-FFF2-40B4-BE49-F238E27FC236}">
                    <a16:creationId xmlns:a16="http://schemas.microsoft.com/office/drawing/2014/main" id="{6373131C-47C4-AD74-0364-8F57228B4430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8" name="文本框 347">
                <a:extLst>
                  <a:ext uri="{FF2B5EF4-FFF2-40B4-BE49-F238E27FC236}">
                    <a16:creationId xmlns:a16="http://schemas.microsoft.com/office/drawing/2014/main" id="{510C0CB7-07F8-9CEF-6B45-050CC2693AE2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27" name="组合 326">
              <a:extLst>
                <a:ext uri="{FF2B5EF4-FFF2-40B4-BE49-F238E27FC236}">
                  <a16:creationId xmlns:a16="http://schemas.microsoft.com/office/drawing/2014/main" id="{6075BD81-ECBB-CC79-9EAE-DA37EFEA7441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337" name="矩形: 圆角 336">
                <a:extLst>
                  <a:ext uri="{FF2B5EF4-FFF2-40B4-BE49-F238E27FC236}">
                    <a16:creationId xmlns:a16="http://schemas.microsoft.com/office/drawing/2014/main" id="{0B1A65BD-0A07-A4A0-9726-CC0135AB8EC7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文本框 337">
                <a:extLst>
                  <a:ext uri="{FF2B5EF4-FFF2-40B4-BE49-F238E27FC236}">
                    <a16:creationId xmlns:a16="http://schemas.microsoft.com/office/drawing/2014/main" id="{466C2CF1-324D-A196-F774-65456C2E25BA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39" name="直接连接符 338">
                <a:extLst>
                  <a:ext uri="{FF2B5EF4-FFF2-40B4-BE49-F238E27FC236}">
                    <a16:creationId xmlns:a16="http://schemas.microsoft.com/office/drawing/2014/main" id="{F56B7B57-4DFE-5A8F-AEB6-4DEF366B8EE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文本框 339">
                <a:extLst>
                  <a:ext uri="{FF2B5EF4-FFF2-40B4-BE49-F238E27FC236}">
                    <a16:creationId xmlns:a16="http://schemas.microsoft.com/office/drawing/2014/main" id="{6BFD0D00-07B2-6502-6015-43DA20497925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41" name="直接连接符 340">
                <a:extLst>
                  <a:ext uri="{FF2B5EF4-FFF2-40B4-BE49-F238E27FC236}">
                    <a16:creationId xmlns:a16="http://schemas.microsoft.com/office/drawing/2014/main" id="{7A2036F0-AABF-841A-B3FB-3AC8344708D9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2" name="文本框 341">
                <a:extLst>
                  <a:ext uri="{FF2B5EF4-FFF2-40B4-BE49-F238E27FC236}">
                    <a16:creationId xmlns:a16="http://schemas.microsoft.com/office/drawing/2014/main" id="{C9839B00-B555-C708-A66B-36460FAB1068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28" name="组合 327">
              <a:extLst>
                <a:ext uri="{FF2B5EF4-FFF2-40B4-BE49-F238E27FC236}">
                  <a16:creationId xmlns:a16="http://schemas.microsoft.com/office/drawing/2014/main" id="{B248E444-CCD7-2B8F-C3AE-92E5F7D8E753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333" name="矩形: 圆角 332">
                <a:extLst>
                  <a:ext uri="{FF2B5EF4-FFF2-40B4-BE49-F238E27FC236}">
                    <a16:creationId xmlns:a16="http://schemas.microsoft.com/office/drawing/2014/main" id="{234CC505-25A5-F6A7-F2A6-81ECB6AC7BE9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文本框 333">
                <a:extLst>
                  <a:ext uri="{FF2B5EF4-FFF2-40B4-BE49-F238E27FC236}">
                    <a16:creationId xmlns:a16="http://schemas.microsoft.com/office/drawing/2014/main" id="{149FCD88-F6FA-FF1B-3D07-582C5E3F797B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5CEB0913-DF4B-191A-CBEC-A2B4B4B7C8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6" name="文本框 335">
                <a:extLst>
                  <a:ext uri="{FF2B5EF4-FFF2-40B4-BE49-F238E27FC236}">
                    <a16:creationId xmlns:a16="http://schemas.microsoft.com/office/drawing/2014/main" id="{C1B7D305-9C38-C3CE-F7A6-C45CCD3B2184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F755079E-F969-3BED-D678-A9E143D7B7FC}"/>
                </a:ext>
              </a:extLst>
            </p:cNvPr>
            <p:cNvCxnSpPr>
              <a:cxnSpLocks/>
              <a:stCxn id="33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9E562F39-154D-D785-B9CC-91FD391C64A9}"/>
                </a:ext>
              </a:extLst>
            </p:cNvPr>
            <p:cNvCxnSpPr>
              <a:stCxn id="358" idx="2"/>
              <a:endCxn id="34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28B1262D-878C-A9DA-E0F0-4E1E1798C7C0}"/>
                </a:ext>
              </a:extLst>
            </p:cNvPr>
            <p:cNvCxnSpPr>
              <a:stCxn id="352" idx="2"/>
              <a:endCxn id="34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19421BE0-190B-9C5E-3F33-9181553BF3AE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id="{187C2689-3C16-187E-8D7F-3E7089E55750}"/>
              </a:ext>
            </a:extLst>
          </p:cNvPr>
          <p:cNvGrpSpPr/>
          <p:nvPr/>
        </p:nvGrpSpPr>
        <p:grpSpPr>
          <a:xfrm>
            <a:off x="7001106" y="4044288"/>
            <a:ext cx="1260224" cy="2093191"/>
            <a:chOff x="1221476" y="3534770"/>
            <a:chExt cx="1260224" cy="2093191"/>
          </a:xfrm>
        </p:grpSpPr>
        <p:sp>
          <p:nvSpPr>
            <p:cNvPr id="362" name="矩形 361">
              <a:extLst>
                <a:ext uri="{FF2B5EF4-FFF2-40B4-BE49-F238E27FC236}">
                  <a16:creationId xmlns:a16="http://schemas.microsoft.com/office/drawing/2014/main" id="{A1A0BE8A-D054-031D-25FE-E1F8564F83C1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63" name="文本框 362">
              <a:extLst>
                <a:ext uri="{FF2B5EF4-FFF2-40B4-BE49-F238E27FC236}">
                  <a16:creationId xmlns:a16="http://schemas.microsoft.com/office/drawing/2014/main" id="{2CC6796E-C992-AF7B-286E-07410474866C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364" name="组合 363">
              <a:extLst>
                <a:ext uri="{FF2B5EF4-FFF2-40B4-BE49-F238E27FC236}">
                  <a16:creationId xmlns:a16="http://schemas.microsoft.com/office/drawing/2014/main" id="{EB22B910-68B3-E6EE-F845-798933744743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395" name="矩形: 圆角 394">
                <a:extLst>
                  <a:ext uri="{FF2B5EF4-FFF2-40B4-BE49-F238E27FC236}">
                    <a16:creationId xmlns:a16="http://schemas.microsoft.com/office/drawing/2014/main" id="{6F2FE8FB-26C8-19E9-0496-6062C2998F31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48C853F5-845C-507F-C2F8-D8720D34C225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97" name="直接连接符 396">
                <a:extLst>
                  <a:ext uri="{FF2B5EF4-FFF2-40B4-BE49-F238E27FC236}">
                    <a16:creationId xmlns:a16="http://schemas.microsoft.com/office/drawing/2014/main" id="{7CEC1A65-14F2-3D97-AED2-F5542E379E75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F814C27B-C625-124E-BAB0-C00642F197FF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99" name="直接连接符 398">
                <a:extLst>
                  <a:ext uri="{FF2B5EF4-FFF2-40B4-BE49-F238E27FC236}">
                    <a16:creationId xmlns:a16="http://schemas.microsoft.com/office/drawing/2014/main" id="{9D4C33DF-E2FE-7100-7AD4-0E3025324EF4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3B722B28-7800-7100-7292-02B49AAAA88D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5" name="组合 364">
              <a:extLst>
                <a:ext uri="{FF2B5EF4-FFF2-40B4-BE49-F238E27FC236}">
                  <a16:creationId xmlns:a16="http://schemas.microsoft.com/office/drawing/2014/main" id="{E485C02E-0772-3587-AA89-30B25EC44168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389" name="矩形: 圆角 388">
                <a:extLst>
                  <a:ext uri="{FF2B5EF4-FFF2-40B4-BE49-F238E27FC236}">
                    <a16:creationId xmlns:a16="http://schemas.microsoft.com/office/drawing/2014/main" id="{A6573A4A-AE16-FAEA-57B5-F1321D15B39E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4113EDC8-4625-5942-1564-43E5C8EE7F3F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335818B9-7254-A1DB-CDF3-4BE299BFFB92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9596EDC9-A4A2-82E2-CFCD-10429DFEF4A3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93" name="直接连接符 392">
                <a:extLst>
                  <a:ext uri="{FF2B5EF4-FFF2-40B4-BE49-F238E27FC236}">
                    <a16:creationId xmlns:a16="http://schemas.microsoft.com/office/drawing/2014/main" id="{A381BB26-CD96-8A21-799E-2AAF4EDE3EB0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B2E1F755-831F-2F49-EA6C-E4DDC27F82C5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6" name="组合 365">
              <a:extLst>
                <a:ext uri="{FF2B5EF4-FFF2-40B4-BE49-F238E27FC236}">
                  <a16:creationId xmlns:a16="http://schemas.microsoft.com/office/drawing/2014/main" id="{91FF594D-2FB1-8BF0-DC60-165E9C7C072B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383" name="矩形: 圆角 382">
                <a:extLst>
                  <a:ext uri="{FF2B5EF4-FFF2-40B4-BE49-F238E27FC236}">
                    <a16:creationId xmlns:a16="http://schemas.microsoft.com/office/drawing/2014/main" id="{1B8806F9-A3A0-DA93-6CBF-3BAF7C3EE7FF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A2001635-52D8-5834-3918-2AB7CC5221FF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4DF5B54D-CC80-9E0D-0D62-D98D00257CC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0F7BD67F-A732-5384-63D1-71C36575645F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12921691-F3BB-AC6F-CB4E-B579868E166C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8" name="文本框 387">
                <a:extLst>
                  <a:ext uri="{FF2B5EF4-FFF2-40B4-BE49-F238E27FC236}">
                    <a16:creationId xmlns:a16="http://schemas.microsoft.com/office/drawing/2014/main" id="{AA482833-6627-1787-FE3D-AB41D0FBB436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7" name="组合 366">
              <a:extLst>
                <a:ext uri="{FF2B5EF4-FFF2-40B4-BE49-F238E27FC236}">
                  <a16:creationId xmlns:a16="http://schemas.microsoft.com/office/drawing/2014/main" id="{7F75696B-F91B-3B41-F5A2-14F43C3B7C61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377" name="矩形: 圆角 376">
                <a:extLst>
                  <a:ext uri="{FF2B5EF4-FFF2-40B4-BE49-F238E27FC236}">
                    <a16:creationId xmlns:a16="http://schemas.microsoft.com/office/drawing/2014/main" id="{352F5791-E758-CB49-1DD1-6B382F2A9F72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8" name="文本框 377">
                <a:extLst>
                  <a:ext uri="{FF2B5EF4-FFF2-40B4-BE49-F238E27FC236}">
                    <a16:creationId xmlns:a16="http://schemas.microsoft.com/office/drawing/2014/main" id="{0F446E6F-DCF3-C488-FB10-F8335226170E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0501E49B-1DFD-9895-FA6C-EF5A27F227E4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0" name="文本框 379">
                <a:extLst>
                  <a:ext uri="{FF2B5EF4-FFF2-40B4-BE49-F238E27FC236}">
                    <a16:creationId xmlns:a16="http://schemas.microsoft.com/office/drawing/2014/main" id="{D2F79779-D79E-FBA0-FB65-32AB6B1347F6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D8B8A8DD-1591-D192-8589-3E1D5B356CF0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文本框 381">
                <a:extLst>
                  <a:ext uri="{FF2B5EF4-FFF2-40B4-BE49-F238E27FC236}">
                    <a16:creationId xmlns:a16="http://schemas.microsoft.com/office/drawing/2014/main" id="{78082F30-7031-1486-5DE8-C23050751B94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8" name="组合 367">
              <a:extLst>
                <a:ext uri="{FF2B5EF4-FFF2-40B4-BE49-F238E27FC236}">
                  <a16:creationId xmlns:a16="http://schemas.microsoft.com/office/drawing/2014/main" id="{20943E43-D993-BC01-F6FF-EA0CDD86BB77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373" name="矩形: 圆角 372">
                <a:extLst>
                  <a:ext uri="{FF2B5EF4-FFF2-40B4-BE49-F238E27FC236}">
                    <a16:creationId xmlns:a16="http://schemas.microsoft.com/office/drawing/2014/main" id="{9E35DD24-A403-7827-D34C-D693D31E18D5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文本框 373">
                <a:extLst>
                  <a:ext uri="{FF2B5EF4-FFF2-40B4-BE49-F238E27FC236}">
                    <a16:creationId xmlns:a16="http://schemas.microsoft.com/office/drawing/2014/main" id="{3FDFED82-1E02-B054-ACFB-F1832EE45097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40DE100E-CCA8-8ED9-3FCF-89A1104418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6" name="文本框 375">
                <a:extLst>
                  <a:ext uri="{FF2B5EF4-FFF2-40B4-BE49-F238E27FC236}">
                    <a16:creationId xmlns:a16="http://schemas.microsoft.com/office/drawing/2014/main" id="{46534FE5-4D18-551D-3A74-1C382284B97B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9BEAAE89-FC32-769E-96E2-92E7C2DC1271}"/>
                </a:ext>
              </a:extLst>
            </p:cNvPr>
            <p:cNvCxnSpPr>
              <a:cxnSpLocks/>
              <a:stCxn id="37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DD49BA46-0F87-1369-76B9-DF3F5A5E817B}"/>
                </a:ext>
              </a:extLst>
            </p:cNvPr>
            <p:cNvCxnSpPr>
              <a:stCxn id="398" idx="2"/>
              <a:endCxn id="38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>
              <a:extLst>
                <a:ext uri="{FF2B5EF4-FFF2-40B4-BE49-F238E27FC236}">
                  <a16:creationId xmlns:a16="http://schemas.microsoft.com/office/drawing/2014/main" id="{66465077-840F-6984-3583-19F921D7F37B}"/>
                </a:ext>
              </a:extLst>
            </p:cNvPr>
            <p:cNvCxnSpPr>
              <a:stCxn id="392" idx="2"/>
              <a:endCxn id="38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>
              <a:extLst>
                <a:ext uri="{FF2B5EF4-FFF2-40B4-BE49-F238E27FC236}">
                  <a16:creationId xmlns:a16="http://schemas.microsoft.com/office/drawing/2014/main" id="{608FA992-DBF5-2612-DB08-4DC1900DF197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组合 400">
            <a:extLst>
              <a:ext uri="{FF2B5EF4-FFF2-40B4-BE49-F238E27FC236}">
                <a16:creationId xmlns:a16="http://schemas.microsoft.com/office/drawing/2014/main" id="{24B72C55-7087-FF5D-27D0-9C39656C58BB}"/>
              </a:ext>
            </a:extLst>
          </p:cNvPr>
          <p:cNvGrpSpPr/>
          <p:nvPr/>
        </p:nvGrpSpPr>
        <p:grpSpPr>
          <a:xfrm>
            <a:off x="8617159" y="3891887"/>
            <a:ext cx="1260224" cy="2093191"/>
            <a:chOff x="1221476" y="3534770"/>
            <a:chExt cx="1260224" cy="2093191"/>
          </a:xfrm>
        </p:grpSpPr>
        <p:sp>
          <p:nvSpPr>
            <p:cNvPr id="402" name="矩形 401">
              <a:extLst>
                <a:ext uri="{FF2B5EF4-FFF2-40B4-BE49-F238E27FC236}">
                  <a16:creationId xmlns:a16="http://schemas.microsoft.com/office/drawing/2014/main" id="{05404044-B26B-ABE8-1B86-FD4783E81F59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03" name="文本框 402">
              <a:extLst>
                <a:ext uri="{FF2B5EF4-FFF2-40B4-BE49-F238E27FC236}">
                  <a16:creationId xmlns:a16="http://schemas.microsoft.com/office/drawing/2014/main" id="{186180F4-1AD0-99AF-0AB6-1630EBEBEB4D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404" name="组合 403">
              <a:extLst>
                <a:ext uri="{FF2B5EF4-FFF2-40B4-BE49-F238E27FC236}">
                  <a16:creationId xmlns:a16="http://schemas.microsoft.com/office/drawing/2014/main" id="{E8E6E6B7-43D7-F9A6-1395-CC0E8B8A070A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435" name="矩形: 圆角 434">
                <a:extLst>
                  <a:ext uri="{FF2B5EF4-FFF2-40B4-BE49-F238E27FC236}">
                    <a16:creationId xmlns:a16="http://schemas.microsoft.com/office/drawing/2014/main" id="{3512F68B-E06A-D410-7582-E0E3A7EF1FF1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7C5F5E76-ACF4-E293-09A1-F9E6E436D67E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37" name="直接连接符 436">
                <a:extLst>
                  <a:ext uri="{FF2B5EF4-FFF2-40B4-BE49-F238E27FC236}">
                    <a16:creationId xmlns:a16="http://schemas.microsoft.com/office/drawing/2014/main" id="{03FF84ED-E5FF-0D8D-59EA-EA2BF72E08CF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8" name="文本框 437">
                <a:extLst>
                  <a:ext uri="{FF2B5EF4-FFF2-40B4-BE49-F238E27FC236}">
                    <a16:creationId xmlns:a16="http://schemas.microsoft.com/office/drawing/2014/main" id="{BF02D30C-C278-190E-74A3-2DC45FD58ABE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39" name="直接连接符 438">
                <a:extLst>
                  <a:ext uri="{FF2B5EF4-FFF2-40B4-BE49-F238E27FC236}">
                    <a16:creationId xmlns:a16="http://schemas.microsoft.com/office/drawing/2014/main" id="{BBA055EB-C6B4-BB23-29AE-20C8AD62656E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38F7C03F-2478-6AA3-DBA5-A1F1A878F19D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05" name="组合 404">
              <a:extLst>
                <a:ext uri="{FF2B5EF4-FFF2-40B4-BE49-F238E27FC236}">
                  <a16:creationId xmlns:a16="http://schemas.microsoft.com/office/drawing/2014/main" id="{063C6970-C982-EAD9-8614-51ABA722BC29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429" name="矩形: 圆角 428">
                <a:extLst>
                  <a:ext uri="{FF2B5EF4-FFF2-40B4-BE49-F238E27FC236}">
                    <a16:creationId xmlns:a16="http://schemas.microsoft.com/office/drawing/2014/main" id="{94354043-4D78-5D51-7898-E0B33926EBFF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9A274239-D89E-72E1-C38D-350778E27609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31" name="直接连接符 430">
                <a:extLst>
                  <a:ext uri="{FF2B5EF4-FFF2-40B4-BE49-F238E27FC236}">
                    <a16:creationId xmlns:a16="http://schemas.microsoft.com/office/drawing/2014/main" id="{8A1C8DF5-DE49-E9BC-1CDA-0C93D0234E5F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DA23BFDF-8672-D0E4-4E00-2D7F0A678E26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33" name="直接连接符 432">
                <a:extLst>
                  <a:ext uri="{FF2B5EF4-FFF2-40B4-BE49-F238E27FC236}">
                    <a16:creationId xmlns:a16="http://schemas.microsoft.com/office/drawing/2014/main" id="{AF4277FD-1C92-4529-7A71-37B12717F6E8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4" name="文本框 433">
                <a:extLst>
                  <a:ext uri="{FF2B5EF4-FFF2-40B4-BE49-F238E27FC236}">
                    <a16:creationId xmlns:a16="http://schemas.microsoft.com/office/drawing/2014/main" id="{6404BFA9-7537-5B9D-4064-F7A68008D333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06" name="组合 405">
              <a:extLst>
                <a:ext uri="{FF2B5EF4-FFF2-40B4-BE49-F238E27FC236}">
                  <a16:creationId xmlns:a16="http://schemas.microsoft.com/office/drawing/2014/main" id="{AB3F9AB2-D88F-E7D0-CE86-5FDD5C34F234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423" name="矩形: 圆角 422">
                <a:extLst>
                  <a:ext uri="{FF2B5EF4-FFF2-40B4-BE49-F238E27FC236}">
                    <a16:creationId xmlns:a16="http://schemas.microsoft.com/office/drawing/2014/main" id="{84014E19-CA56-E6B7-EC60-A29227F3BEBF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80CA547D-FE99-4B83-FBEC-5746EF9A5205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5" name="直接连接符 424">
                <a:extLst>
                  <a:ext uri="{FF2B5EF4-FFF2-40B4-BE49-F238E27FC236}">
                    <a16:creationId xmlns:a16="http://schemas.microsoft.com/office/drawing/2014/main" id="{93662940-75A7-1689-A374-A5B90800B548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6" name="文本框 425">
                <a:extLst>
                  <a:ext uri="{FF2B5EF4-FFF2-40B4-BE49-F238E27FC236}">
                    <a16:creationId xmlns:a16="http://schemas.microsoft.com/office/drawing/2014/main" id="{F2627B23-9DF5-C591-089B-E56A7323F7F0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7" name="直接连接符 426">
                <a:extLst>
                  <a:ext uri="{FF2B5EF4-FFF2-40B4-BE49-F238E27FC236}">
                    <a16:creationId xmlns:a16="http://schemas.microsoft.com/office/drawing/2014/main" id="{BAD0FAC4-02EE-4014-9CC3-9C36399B42A2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8" name="文本框 427">
                <a:extLst>
                  <a:ext uri="{FF2B5EF4-FFF2-40B4-BE49-F238E27FC236}">
                    <a16:creationId xmlns:a16="http://schemas.microsoft.com/office/drawing/2014/main" id="{18676F85-4CAE-2E18-3AE0-3A69D2D7A104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07" name="组合 406">
              <a:extLst>
                <a:ext uri="{FF2B5EF4-FFF2-40B4-BE49-F238E27FC236}">
                  <a16:creationId xmlns:a16="http://schemas.microsoft.com/office/drawing/2014/main" id="{4CD4ED11-79C3-044A-C170-EAD618AA224B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417" name="矩形: 圆角 416">
                <a:extLst>
                  <a:ext uri="{FF2B5EF4-FFF2-40B4-BE49-F238E27FC236}">
                    <a16:creationId xmlns:a16="http://schemas.microsoft.com/office/drawing/2014/main" id="{55920137-1D06-C08B-93F8-0C825B50D757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C2690C31-DD10-4D06-0802-151599069C8F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19" name="直接连接符 418">
                <a:extLst>
                  <a:ext uri="{FF2B5EF4-FFF2-40B4-BE49-F238E27FC236}">
                    <a16:creationId xmlns:a16="http://schemas.microsoft.com/office/drawing/2014/main" id="{12ED6F18-EE25-B868-96A3-EA05BC1F4D2A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0" name="文本框 419">
                <a:extLst>
                  <a:ext uri="{FF2B5EF4-FFF2-40B4-BE49-F238E27FC236}">
                    <a16:creationId xmlns:a16="http://schemas.microsoft.com/office/drawing/2014/main" id="{5FB123FF-9A87-BDDF-0595-6F645AEA9136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1" name="直接连接符 420">
                <a:extLst>
                  <a:ext uri="{FF2B5EF4-FFF2-40B4-BE49-F238E27FC236}">
                    <a16:creationId xmlns:a16="http://schemas.microsoft.com/office/drawing/2014/main" id="{3EA1D5FA-25C2-A8ED-CE0A-8557FDF0F941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2" name="文本框 421">
                <a:extLst>
                  <a:ext uri="{FF2B5EF4-FFF2-40B4-BE49-F238E27FC236}">
                    <a16:creationId xmlns:a16="http://schemas.microsoft.com/office/drawing/2014/main" id="{643789C2-3F97-64A0-F8CE-E19E3832CA41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08" name="组合 407">
              <a:extLst>
                <a:ext uri="{FF2B5EF4-FFF2-40B4-BE49-F238E27FC236}">
                  <a16:creationId xmlns:a16="http://schemas.microsoft.com/office/drawing/2014/main" id="{91D8AFEC-20C9-D0E1-5E87-60BD18F235AF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413" name="矩形: 圆角 412">
                <a:extLst>
                  <a:ext uri="{FF2B5EF4-FFF2-40B4-BE49-F238E27FC236}">
                    <a16:creationId xmlns:a16="http://schemas.microsoft.com/office/drawing/2014/main" id="{0C6A0691-1820-AC7B-5504-35436A3593B2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4" name="文本框 413">
                <a:extLst>
                  <a:ext uri="{FF2B5EF4-FFF2-40B4-BE49-F238E27FC236}">
                    <a16:creationId xmlns:a16="http://schemas.microsoft.com/office/drawing/2014/main" id="{ABD70E53-2705-8BC2-BD18-95E3EB20EA4B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15" name="直接连接符 414">
                <a:extLst>
                  <a:ext uri="{FF2B5EF4-FFF2-40B4-BE49-F238E27FC236}">
                    <a16:creationId xmlns:a16="http://schemas.microsoft.com/office/drawing/2014/main" id="{0BB71751-42E3-2EDD-7AC4-AFA8962C1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4A98503B-47A6-D1DE-1728-4F7C06ED72AA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1516C8E1-6838-3B6F-569F-4AC45F611FA5}"/>
                </a:ext>
              </a:extLst>
            </p:cNvPr>
            <p:cNvCxnSpPr>
              <a:cxnSpLocks/>
              <a:stCxn id="41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A53CCABA-8C64-DF58-4DA7-8A7B87BBEC11}"/>
                </a:ext>
              </a:extLst>
            </p:cNvPr>
            <p:cNvCxnSpPr>
              <a:stCxn id="438" idx="2"/>
              <a:endCxn id="42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>
              <a:extLst>
                <a:ext uri="{FF2B5EF4-FFF2-40B4-BE49-F238E27FC236}">
                  <a16:creationId xmlns:a16="http://schemas.microsoft.com/office/drawing/2014/main" id="{230AD62A-AA35-7F3F-EE4E-B07A07F9EBCE}"/>
                </a:ext>
              </a:extLst>
            </p:cNvPr>
            <p:cNvCxnSpPr>
              <a:stCxn id="432" idx="2"/>
              <a:endCxn id="42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D31BBA5C-CC9D-B087-A016-C38C349692FD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1" name="组合 440">
            <a:extLst>
              <a:ext uri="{FF2B5EF4-FFF2-40B4-BE49-F238E27FC236}">
                <a16:creationId xmlns:a16="http://schemas.microsoft.com/office/drawing/2014/main" id="{C549CFEE-4A88-59BB-554B-6EF938157417}"/>
              </a:ext>
            </a:extLst>
          </p:cNvPr>
          <p:cNvGrpSpPr/>
          <p:nvPr/>
        </p:nvGrpSpPr>
        <p:grpSpPr>
          <a:xfrm>
            <a:off x="8769559" y="4044287"/>
            <a:ext cx="1260224" cy="2093191"/>
            <a:chOff x="1221476" y="3534770"/>
            <a:chExt cx="1260224" cy="2093191"/>
          </a:xfrm>
        </p:grpSpPr>
        <p:sp>
          <p:nvSpPr>
            <p:cNvPr id="442" name="矩形 441">
              <a:extLst>
                <a:ext uri="{FF2B5EF4-FFF2-40B4-BE49-F238E27FC236}">
                  <a16:creationId xmlns:a16="http://schemas.microsoft.com/office/drawing/2014/main" id="{ADD9520D-F614-8D9A-568F-9096F6DBD7F1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43" name="文本框 442">
              <a:extLst>
                <a:ext uri="{FF2B5EF4-FFF2-40B4-BE49-F238E27FC236}">
                  <a16:creationId xmlns:a16="http://schemas.microsoft.com/office/drawing/2014/main" id="{6875F4F9-343A-9461-FC70-405409A03319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444" name="组合 443">
              <a:extLst>
                <a:ext uri="{FF2B5EF4-FFF2-40B4-BE49-F238E27FC236}">
                  <a16:creationId xmlns:a16="http://schemas.microsoft.com/office/drawing/2014/main" id="{D65BE633-7FCA-6635-6D8D-E34FD4D37056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475" name="矩形: 圆角 474">
                <a:extLst>
                  <a:ext uri="{FF2B5EF4-FFF2-40B4-BE49-F238E27FC236}">
                    <a16:creationId xmlns:a16="http://schemas.microsoft.com/office/drawing/2014/main" id="{1C8F80B2-FF85-4A31-E004-D4B583ABE666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6" name="文本框 475">
                <a:extLst>
                  <a:ext uri="{FF2B5EF4-FFF2-40B4-BE49-F238E27FC236}">
                    <a16:creationId xmlns:a16="http://schemas.microsoft.com/office/drawing/2014/main" id="{470A64E3-F8D2-2B0A-F321-33092CE3255F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7" name="直接连接符 476">
                <a:extLst>
                  <a:ext uri="{FF2B5EF4-FFF2-40B4-BE49-F238E27FC236}">
                    <a16:creationId xmlns:a16="http://schemas.microsoft.com/office/drawing/2014/main" id="{CE99A4C2-CA53-B5BA-A207-1C5AF00E01EA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8" name="文本框 477">
                <a:extLst>
                  <a:ext uri="{FF2B5EF4-FFF2-40B4-BE49-F238E27FC236}">
                    <a16:creationId xmlns:a16="http://schemas.microsoft.com/office/drawing/2014/main" id="{5A93C9A5-821F-7E66-9FC6-98C8EE2686F0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9" name="直接连接符 478">
                <a:extLst>
                  <a:ext uri="{FF2B5EF4-FFF2-40B4-BE49-F238E27FC236}">
                    <a16:creationId xmlns:a16="http://schemas.microsoft.com/office/drawing/2014/main" id="{3832BE82-DEEB-4D06-5470-4FAB077AEB06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0" name="文本框 479">
                <a:extLst>
                  <a:ext uri="{FF2B5EF4-FFF2-40B4-BE49-F238E27FC236}">
                    <a16:creationId xmlns:a16="http://schemas.microsoft.com/office/drawing/2014/main" id="{1EEF2507-8726-B693-6BF5-E8DCE029D824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45" name="组合 444">
              <a:extLst>
                <a:ext uri="{FF2B5EF4-FFF2-40B4-BE49-F238E27FC236}">
                  <a16:creationId xmlns:a16="http://schemas.microsoft.com/office/drawing/2014/main" id="{1D577E2F-5D85-FDE2-C5BC-3083332E7521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469" name="矩形: 圆角 468">
                <a:extLst>
                  <a:ext uri="{FF2B5EF4-FFF2-40B4-BE49-F238E27FC236}">
                    <a16:creationId xmlns:a16="http://schemas.microsoft.com/office/drawing/2014/main" id="{A083759B-7D64-755A-2A7D-A125DF3AD818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0" name="文本框 469">
                <a:extLst>
                  <a:ext uri="{FF2B5EF4-FFF2-40B4-BE49-F238E27FC236}">
                    <a16:creationId xmlns:a16="http://schemas.microsoft.com/office/drawing/2014/main" id="{A5FCFAE0-28B5-4A81-D116-88ADA6195EBD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1" name="直接连接符 470">
                <a:extLst>
                  <a:ext uri="{FF2B5EF4-FFF2-40B4-BE49-F238E27FC236}">
                    <a16:creationId xmlns:a16="http://schemas.microsoft.com/office/drawing/2014/main" id="{DD4729B3-3A17-C905-0D62-160E302E1BE8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2" name="文本框 471">
                <a:extLst>
                  <a:ext uri="{FF2B5EF4-FFF2-40B4-BE49-F238E27FC236}">
                    <a16:creationId xmlns:a16="http://schemas.microsoft.com/office/drawing/2014/main" id="{F01FBE32-9672-E641-3F70-E964A71BE361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3" name="直接连接符 472">
                <a:extLst>
                  <a:ext uri="{FF2B5EF4-FFF2-40B4-BE49-F238E27FC236}">
                    <a16:creationId xmlns:a16="http://schemas.microsoft.com/office/drawing/2014/main" id="{AEBB69B3-F491-B0D1-479C-759DEBD596EA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4" name="文本框 473">
                <a:extLst>
                  <a:ext uri="{FF2B5EF4-FFF2-40B4-BE49-F238E27FC236}">
                    <a16:creationId xmlns:a16="http://schemas.microsoft.com/office/drawing/2014/main" id="{7188FC10-94EA-540C-0B34-A19B8B596AA2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37AD82F4-E020-69B3-E247-81F735096297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463" name="矩形: 圆角 462">
                <a:extLst>
                  <a:ext uri="{FF2B5EF4-FFF2-40B4-BE49-F238E27FC236}">
                    <a16:creationId xmlns:a16="http://schemas.microsoft.com/office/drawing/2014/main" id="{EA83063A-415B-A594-AF44-C70DD94AED5D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4" name="文本框 463">
                <a:extLst>
                  <a:ext uri="{FF2B5EF4-FFF2-40B4-BE49-F238E27FC236}">
                    <a16:creationId xmlns:a16="http://schemas.microsoft.com/office/drawing/2014/main" id="{D6C019A7-A3BA-B0D1-7C25-D63E687EF8A6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65" name="直接连接符 464">
                <a:extLst>
                  <a:ext uri="{FF2B5EF4-FFF2-40B4-BE49-F238E27FC236}">
                    <a16:creationId xmlns:a16="http://schemas.microsoft.com/office/drawing/2014/main" id="{1FB88D12-4E72-FB4A-618B-FBD38468DB16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6" name="文本框 465">
                <a:extLst>
                  <a:ext uri="{FF2B5EF4-FFF2-40B4-BE49-F238E27FC236}">
                    <a16:creationId xmlns:a16="http://schemas.microsoft.com/office/drawing/2014/main" id="{E227DEF3-1F48-5EE5-912C-C07E6334676A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67" name="直接连接符 466">
                <a:extLst>
                  <a:ext uri="{FF2B5EF4-FFF2-40B4-BE49-F238E27FC236}">
                    <a16:creationId xmlns:a16="http://schemas.microsoft.com/office/drawing/2014/main" id="{43A81CB8-E557-90D5-7D9B-61F07EDD3525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8" name="文本框 467">
                <a:extLst>
                  <a:ext uri="{FF2B5EF4-FFF2-40B4-BE49-F238E27FC236}">
                    <a16:creationId xmlns:a16="http://schemas.microsoft.com/office/drawing/2014/main" id="{605407FB-F405-ED76-6419-02D0ED2187B7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47" name="组合 446">
              <a:extLst>
                <a:ext uri="{FF2B5EF4-FFF2-40B4-BE49-F238E27FC236}">
                  <a16:creationId xmlns:a16="http://schemas.microsoft.com/office/drawing/2014/main" id="{51C713FF-F4EA-0141-0C05-6CB0A70C3869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457" name="矩形: 圆角 456">
                <a:extLst>
                  <a:ext uri="{FF2B5EF4-FFF2-40B4-BE49-F238E27FC236}">
                    <a16:creationId xmlns:a16="http://schemas.microsoft.com/office/drawing/2014/main" id="{A6F3D58C-928E-1572-F4D2-B10EA367B468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4DCAC07D-F457-2C83-7F62-00221889F214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59" name="直接连接符 458">
                <a:extLst>
                  <a:ext uri="{FF2B5EF4-FFF2-40B4-BE49-F238E27FC236}">
                    <a16:creationId xmlns:a16="http://schemas.microsoft.com/office/drawing/2014/main" id="{E3F1830B-5EBF-97F9-C7F3-A596759A3B43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9D86A556-8D1D-8040-914D-029199E58FDE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61" name="直接连接符 460">
                <a:extLst>
                  <a:ext uri="{FF2B5EF4-FFF2-40B4-BE49-F238E27FC236}">
                    <a16:creationId xmlns:a16="http://schemas.microsoft.com/office/drawing/2014/main" id="{91A1A448-1F49-FE76-EBE8-0ADBB2065A5F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2" name="文本框 461">
                <a:extLst>
                  <a:ext uri="{FF2B5EF4-FFF2-40B4-BE49-F238E27FC236}">
                    <a16:creationId xmlns:a16="http://schemas.microsoft.com/office/drawing/2014/main" id="{002EADC3-4256-3387-CDB8-1BB14F9A09B3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48" name="组合 447">
              <a:extLst>
                <a:ext uri="{FF2B5EF4-FFF2-40B4-BE49-F238E27FC236}">
                  <a16:creationId xmlns:a16="http://schemas.microsoft.com/office/drawing/2014/main" id="{61C952B7-6B18-DE31-D52F-DEA3E2BED9C1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453" name="矩形: 圆角 452">
                <a:extLst>
                  <a:ext uri="{FF2B5EF4-FFF2-40B4-BE49-F238E27FC236}">
                    <a16:creationId xmlns:a16="http://schemas.microsoft.com/office/drawing/2014/main" id="{8BE561A6-5F88-96D2-C9A2-5573DB32284A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4" name="文本框 453">
                <a:extLst>
                  <a:ext uri="{FF2B5EF4-FFF2-40B4-BE49-F238E27FC236}">
                    <a16:creationId xmlns:a16="http://schemas.microsoft.com/office/drawing/2014/main" id="{A274A4E2-8F89-CDD9-9FAD-CF81B1FAC5FD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55" name="直接连接符 454">
                <a:extLst>
                  <a:ext uri="{FF2B5EF4-FFF2-40B4-BE49-F238E27FC236}">
                    <a16:creationId xmlns:a16="http://schemas.microsoft.com/office/drawing/2014/main" id="{0708C81B-83E1-A9E3-A4AE-604A51D648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3199678E-C31C-8A65-7554-8565D97A7883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5CABF2C1-3289-21DD-DF14-5AFD83DF440B}"/>
                </a:ext>
              </a:extLst>
            </p:cNvPr>
            <p:cNvCxnSpPr>
              <a:cxnSpLocks/>
              <a:stCxn id="45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501E18B1-589B-14D3-FD50-A1BFD6A58C88}"/>
                </a:ext>
              </a:extLst>
            </p:cNvPr>
            <p:cNvCxnSpPr>
              <a:stCxn id="478" idx="2"/>
              <a:endCxn id="46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B9B012D8-A0F7-BACD-FBB1-4650A9B483EC}"/>
                </a:ext>
              </a:extLst>
            </p:cNvPr>
            <p:cNvCxnSpPr>
              <a:stCxn id="472" idx="2"/>
              <a:endCxn id="46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BDCCC213-4E83-C2C0-7A45-AB6D28E6BFB3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0586071A-3C66-6CAB-C336-271EB7772809}"/>
              </a:ext>
            </a:extLst>
          </p:cNvPr>
          <p:cNvGrpSpPr/>
          <p:nvPr/>
        </p:nvGrpSpPr>
        <p:grpSpPr>
          <a:xfrm>
            <a:off x="10386612" y="3891886"/>
            <a:ext cx="1260224" cy="2093191"/>
            <a:chOff x="1221476" y="3534770"/>
            <a:chExt cx="1260224" cy="2093191"/>
          </a:xfrm>
        </p:grpSpPr>
        <p:sp>
          <p:nvSpPr>
            <p:cNvPr id="482" name="矩形 481">
              <a:extLst>
                <a:ext uri="{FF2B5EF4-FFF2-40B4-BE49-F238E27FC236}">
                  <a16:creationId xmlns:a16="http://schemas.microsoft.com/office/drawing/2014/main" id="{9C6E9F64-D2BB-383C-2504-3F9728F0F495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83" name="文本框 482">
              <a:extLst>
                <a:ext uri="{FF2B5EF4-FFF2-40B4-BE49-F238E27FC236}">
                  <a16:creationId xmlns:a16="http://schemas.microsoft.com/office/drawing/2014/main" id="{C378C432-5F19-DB77-CB41-A5B583E26C50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484" name="组合 483">
              <a:extLst>
                <a:ext uri="{FF2B5EF4-FFF2-40B4-BE49-F238E27FC236}">
                  <a16:creationId xmlns:a16="http://schemas.microsoft.com/office/drawing/2014/main" id="{F9D1FF8D-D666-7067-B507-7F6B2C14826E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515" name="矩形: 圆角 514">
                <a:extLst>
                  <a:ext uri="{FF2B5EF4-FFF2-40B4-BE49-F238E27FC236}">
                    <a16:creationId xmlns:a16="http://schemas.microsoft.com/office/drawing/2014/main" id="{22B12A40-3C89-3D13-2837-B8E269A9BF43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6" name="文本框 515">
                <a:extLst>
                  <a:ext uri="{FF2B5EF4-FFF2-40B4-BE49-F238E27FC236}">
                    <a16:creationId xmlns:a16="http://schemas.microsoft.com/office/drawing/2014/main" id="{AA90613F-9B7B-7F58-FDDF-C7F8A03E1063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17" name="直接连接符 516">
                <a:extLst>
                  <a:ext uri="{FF2B5EF4-FFF2-40B4-BE49-F238E27FC236}">
                    <a16:creationId xmlns:a16="http://schemas.microsoft.com/office/drawing/2014/main" id="{798BB816-3D3D-6E13-2E15-C6AD895C9AF0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8" name="文本框 517">
                <a:extLst>
                  <a:ext uri="{FF2B5EF4-FFF2-40B4-BE49-F238E27FC236}">
                    <a16:creationId xmlns:a16="http://schemas.microsoft.com/office/drawing/2014/main" id="{BDE5BE86-C83C-AF2D-E69B-50221CD01951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19" name="直接连接符 518">
                <a:extLst>
                  <a:ext uri="{FF2B5EF4-FFF2-40B4-BE49-F238E27FC236}">
                    <a16:creationId xmlns:a16="http://schemas.microsoft.com/office/drawing/2014/main" id="{BFE0CA68-3BD1-F62E-D657-CD3489F19C91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文本框 519">
                <a:extLst>
                  <a:ext uri="{FF2B5EF4-FFF2-40B4-BE49-F238E27FC236}">
                    <a16:creationId xmlns:a16="http://schemas.microsoft.com/office/drawing/2014/main" id="{37E4E46F-9C68-0205-5592-51077CEEC65F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85" name="组合 484">
              <a:extLst>
                <a:ext uri="{FF2B5EF4-FFF2-40B4-BE49-F238E27FC236}">
                  <a16:creationId xmlns:a16="http://schemas.microsoft.com/office/drawing/2014/main" id="{4B786028-A5EB-2058-087C-8F3E6F42375C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509" name="矩形: 圆角 508">
                <a:extLst>
                  <a:ext uri="{FF2B5EF4-FFF2-40B4-BE49-F238E27FC236}">
                    <a16:creationId xmlns:a16="http://schemas.microsoft.com/office/drawing/2014/main" id="{091BD3AF-39E4-B52C-B65E-FFAD936E8E76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0" name="文本框 509">
                <a:extLst>
                  <a:ext uri="{FF2B5EF4-FFF2-40B4-BE49-F238E27FC236}">
                    <a16:creationId xmlns:a16="http://schemas.microsoft.com/office/drawing/2014/main" id="{984C1730-04B3-8BCF-2C8A-3577CC490214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11" name="直接连接符 510">
                <a:extLst>
                  <a:ext uri="{FF2B5EF4-FFF2-40B4-BE49-F238E27FC236}">
                    <a16:creationId xmlns:a16="http://schemas.microsoft.com/office/drawing/2014/main" id="{F2AC3223-FAD7-E503-7D04-4C244CC62A68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2" name="文本框 511">
                <a:extLst>
                  <a:ext uri="{FF2B5EF4-FFF2-40B4-BE49-F238E27FC236}">
                    <a16:creationId xmlns:a16="http://schemas.microsoft.com/office/drawing/2014/main" id="{1AED55F4-CD39-983F-3BDC-6320F3C73459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13" name="直接连接符 512">
                <a:extLst>
                  <a:ext uri="{FF2B5EF4-FFF2-40B4-BE49-F238E27FC236}">
                    <a16:creationId xmlns:a16="http://schemas.microsoft.com/office/drawing/2014/main" id="{85C79F3B-8BAB-849B-EFFE-229D5A6B5A6A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4" name="文本框 513">
                <a:extLst>
                  <a:ext uri="{FF2B5EF4-FFF2-40B4-BE49-F238E27FC236}">
                    <a16:creationId xmlns:a16="http://schemas.microsoft.com/office/drawing/2014/main" id="{4470DBF0-2F98-4036-8538-69B2C15DF8D8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86" name="组合 485">
              <a:extLst>
                <a:ext uri="{FF2B5EF4-FFF2-40B4-BE49-F238E27FC236}">
                  <a16:creationId xmlns:a16="http://schemas.microsoft.com/office/drawing/2014/main" id="{CDCBFEAC-39F0-9E86-10E7-315BA19CF377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503" name="矩形: 圆角 502">
                <a:extLst>
                  <a:ext uri="{FF2B5EF4-FFF2-40B4-BE49-F238E27FC236}">
                    <a16:creationId xmlns:a16="http://schemas.microsoft.com/office/drawing/2014/main" id="{761F41F2-BA02-2227-1ED2-5F61ED66843D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4" name="文本框 503">
                <a:extLst>
                  <a:ext uri="{FF2B5EF4-FFF2-40B4-BE49-F238E27FC236}">
                    <a16:creationId xmlns:a16="http://schemas.microsoft.com/office/drawing/2014/main" id="{6253CCF3-CE0B-38CB-DCFE-E4A6AA14A0AD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05" name="直接连接符 504">
                <a:extLst>
                  <a:ext uri="{FF2B5EF4-FFF2-40B4-BE49-F238E27FC236}">
                    <a16:creationId xmlns:a16="http://schemas.microsoft.com/office/drawing/2014/main" id="{F75178D3-5A9C-D7FB-D9D9-73D5FB2E94E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6" name="文本框 505">
                <a:extLst>
                  <a:ext uri="{FF2B5EF4-FFF2-40B4-BE49-F238E27FC236}">
                    <a16:creationId xmlns:a16="http://schemas.microsoft.com/office/drawing/2014/main" id="{DCFF237E-D9DA-EC98-B0B5-5ECF21A78559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07" name="直接连接符 506">
                <a:extLst>
                  <a:ext uri="{FF2B5EF4-FFF2-40B4-BE49-F238E27FC236}">
                    <a16:creationId xmlns:a16="http://schemas.microsoft.com/office/drawing/2014/main" id="{E258CC52-CD12-920D-F866-95701D208C5A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8" name="文本框 507">
                <a:extLst>
                  <a:ext uri="{FF2B5EF4-FFF2-40B4-BE49-F238E27FC236}">
                    <a16:creationId xmlns:a16="http://schemas.microsoft.com/office/drawing/2014/main" id="{B90CDC18-35E2-B1F1-B002-CEB25E6C6005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87" name="组合 486">
              <a:extLst>
                <a:ext uri="{FF2B5EF4-FFF2-40B4-BE49-F238E27FC236}">
                  <a16:creationId xmlns:a16="http://schemas.microsoft.com/office/drawing/2014/main" id="{6046DE21-8515-AC1A-92FD-28CA09137008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497" name="矩形: 圆角 496">
                <a:extLst>
                  <a:ext uri="{FF2B5EF4-FFF2-40B4-BE49-F238E27FC236}">
                    <a16:creationId xmlns:a16="http://schemas.microsoft.com/office/drawing/2014/main" id="{AD7858E8-45EE-03EC-A919-BC7A06E21440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8" name="文本框 497">
                <a:extLst>
                  <a:ext uri="{FF2B5EF4-FFF2-40B4-BE49-F238E27FC236}">
                    <a16:creationId xmlns:a16="http://schemas.microsoft.com/office/drawing/2014/main" id="{6D11E7B8-A2C9-7818-82CB-2FE32043B963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99" name="直接连接符 498">
                <a:extLst>
                  <a:ext uri="{FF2B5EF4-FFF2-40B4-BE49-F238E27FC236}">
                    <a16:creationId xmlns:a16="http://schemas.microsoft.com/office/drawing/2014/main" id="{A43708D5-9232-23A4-BABB-01C578B7A93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0" name="文本框 499">
                <a:extLst>
                  <a:ext uri="{FF2B5EF4-FFF2-40B4-BE49-F238E27FC236}">
                    <a16:creationId xmlns:a16="http://schemas.microsoft.com/office/drawing/2014/main" id="{5B86BA65-6D7F-20D0-47B4-14275C5910ED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01" name="直接连接符 500">
                <a:extLst>
                  <a:ext uri="{FF2B5EF4-FFF2-40B4-BE49-F238E27FC236}">
                    <a16:creationId xmlns:a16="http://schemas.microsoft.com/office/drawing/2014/main" id="{9AA3CBFF-C95F-FA6D-224A-A20FD7C570D6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2" name="文本框 501">
                <a:extLst>
                  <a:ext uri="{FF2B5EF4-FFF2-40B4-BE49-F238E27FC236}">
                    <a16:creationId xmlns:a16="http://schemas.microsoft.com/office/drawing/2014/main" id="{5A684A08-47D8-5AF9-574E-3BD60D578413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88" name="组合 487">
              <a:extLst>
                <a:ext uri="{FF2B5EF4-FFF2-40B4-BE49-F238E27FC236}">
                  <a16:creationId xmlns:a16="http://schemas.microsoft.com/office/drawing/2014/main" id="{B8DC00C3-6DFC-5BA9-2F47-C9F6C3F751BD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493" name="矩形: 圆角 492">
                <a:extLst>
                  <a:ext uri="{FF2B5EF4-FFF2-40B4-BE49-F238E27FC236}">
                    <a16:creationId xmlns:a16="http://schemas.microsoft.com/office/drawing/2014/main" id="{6872941E-894F-4BE3-1AD3-CD36D90DFC8B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4" name="文本框 493">
                <a:extLst>
                  <a:ext uri="{FF2B5EF4-FFF2-40B4-BE49-F238E27FC236}">
                    <a16:creationId xmlns:a16="http://schemas.microsoft.com/office/drawing/2014/main" id="{8E4A364A-883B-6214-C9CF-4C1941A69BA0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95" name="直接连接符 494">
                <a:extLst>
                  <a:ext uri="{FF2B5EF4-FFF2-40B4-BE49-F238E27FC236}">
                    <a16:creationId xmlns:a16="http://schemas.microsoft.com/office/drawing/2014/main" id="{669CD1FA-CAA1-9B4D-E08C-55C6522598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6" name="文本框 495">
                <a:extLst>
                  <a:ext uri="{FF2B5EF4-FFF2-40B4-BE49-F238E27FC236}">
                    <a16:creationId xmlns:a16="http://schemas.microsoft.com/office/drawing/2014/main" id="{052CDD27-55C5-8C30-9610-6F4522840BF2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9FC0944A-789A-5FEA-C111-2DD84C3EDCA3}"/>
                </a:ext>
              </a:extLst>
            </p:cNvPr>
            <p:cNvCxnSpPr>
              <a:cxnSpLocks/>
              <a:stCxn id="49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>
              <a:extLst>
                <a:ext uri="{FF2B5EF4-FFF2-40B4-BE49-F238E27FC236}">
                  <a16:creationId xmlns:a16="http://schemas.microsoft.com/office/drawing/2014/main" id="{31104D94-3E24-6D16-2E79-48E21D9D522D}"/>
                </a:ext>
              </a:extLst>
            </p:cNvPr>
            <p:cNvCxnSpPr>
              <a:stCxn id="518" idx="2"/>
              <a:endCxn id="50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>
              <a:extLst>
                <a:ext uri="{FF2B5EF4-FFF2-40B4-BE49-F238E27FC236}">
                  <a16:creationId xmlns:a16="http://schemas.microsoft.com/office/drawing/2014/main" id="{4E20BFA7-1B8D-53E5-5115-D907AF2807C3}"/>
                </a:ext>
              </a:extLst>
            </p:cNvPr>
            <p:cNvCxnSpPr>
              <a:stCxn id="512" idx="2"/>
              <a:endCxn id="50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11887819-36BE-C36F-4BBB-40B0E2132F5C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组合 520">
            <a:extLst>
              <a:ext uri="{FF2B5EF4-FFF2-40B4-BE49-F238E27FC236}">
                <a16:creationId xmlns:a16="http://schemas.microsoft.com/office/drawing/2014/main" id="{DC2AA9DA-7C34-0F67-1192-98585AD26347}"/>
              </a:ext>
            </a:extLst>
          </p:cNvPr>
          <p:cNvGrpSpPr/>
          <p:nvPr/>
        </p:nvGrpSpPr>
        <p:grpSpPr>
          <a:xfrm>
            <a:off x="10539012" y="4044286"/>
            <a:ext cx="1260224" cy="2093191"/>
            <a:chOff x="1221476" y="3534770"/>
            <a:chExt cx="1260224" cy="2093191"/>
          </a:xfrm>
        </p:grpSpPr>
        <p:sp>
          <p:nvSpPr>
            <p:cNvPr id="522" name="矩形 521">
              <a:extLst>
                <a:ext uri="{FF2B5EF4-FFF2-40B4-BE49-F238E27FC236}">
                  <a16:creationId xmlns:a16="http://schemas.microsoft.com/office/drawing/2014/main" id="{8EEBA6EB-A1DA-C41F-04B6-65327329251D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23" name="文本框 522">
              <a:extLst>
                <a:ext uri="{FF2B5EF4-FFF2-40B4-BE49-F238E27FC236}">
                  <a16:creationId xmlns:a16="http://schemas.microsoft.com/office/drawing/2014/main" id="{5F0B9004-D367-AEAD-81E1-531763516A82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524" name="组合 523">
              <a:extLst>
                <a:ext uri="{FF2B5EF4-FFF2-40B4-BE49-F238E27FC236}">
                  <a16:creationId xmlns:a16="http://schemas.microsoft.com/office/drawing/2014/main" id="{C94CD162-CDCE-BC2C-8DB3-D9B30E4052E4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555" name="矩形: 圆角 554">
                <a:extLst>
                  <a:ext uri="{FF2B5EF4-FFF2-40B4-BE49-F238E27FC236}">
                    <a16:creationId xmlns:a16="http://schemas.microsoft.com/office/drawing/2014/main" id="{D9BA9148-DBDD-2A90-A973-F4C17BB3C763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6" name="文本框 555">
                <a:extLst>
                  <a:ext uri="{FF2B5EF4-FFF2-40B4-BE49-F238E27FC236}">
                    <a16:creationId xmlns:a16="http://schemas.microsoft.com/office/drawing/2014/main" id="{755DB7C6-CBC5-D335-CE08-24111030D3E5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57" name="直接连接符 556">
                <a:extLst>
                  <a:ext uri="{FF2B5EF4-FFF2-40B4-BE49-F238E27FC236}">
                    <a16:creationId xmlns:a16="http://schemas.microsoft.com/office/drawing/2014/main" id="{D2CFD920-9B62-0A24-750E-2193CFC62406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CA173269-3622-39EF-24C4-C854B964C999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59" name="直接连接符 558">
                <a:extLst>
                  <a:ext uri="{FF2B5EF4-FFF2-40B4-BE49-F238E27FC236}">
                    <a16:creationId xmlns:a16="http://schemas.microsoft.com/office/drawing/2014/main" id="{EF1525D8-3C56-8927-F743-6582A4D6F4C4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0" name="文本框 559">
                <a:extLst>
                  <a:ext uri="{FF2B5EF4-FFF2-40B4-BE49-F238E27FC236}">
                    <a16:creationId xmlns:a16="http://schemas.microsoft.com/office/drawing/2014/main" id="{3A68ED24-952D-49A5-A363-9F6BA98E4292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25" name="组合 524">
              <a:extLst>
                <a:ext uri="{FF2B5EF4-FFF2-40B4-BE49-F238E27FC236}">
                  <a16:creationId xmlns:a16="http://schemas.microsoft.com/office/drawing/2014/main" id="{21D715EB-923F-0DDF-365F-252A441A6338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549" name="矩形: 圆角 548">
                <a:extLst>
                  <a:ext uri="{FF2B5EF4-FFF2-40B4-BE49-F238E27FC236}">
                    <a16:creationId xmlns:a16="http://schemas.microsoft.com/office/drawing/2014/main" id="{25012413-243E-08DF-CDC7-D7A195B825D3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DD0601EC-BD3B-092B-3475-DF5844E49CE2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51" name="直接连接符 550">
                <a:extLst>
                  <a:ext uri="{FF2B5EF4-FFF2-40B4-BE49-F238E27FC236}">
                    <a16:creationId xmlns:a16="http://schemas.microsoft.com/office/drawing/2014/main" id="{393502C6-485D-B535-EFC8-0A692093105E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2" name="文本框 551">
                <a:extLst>
                  <a:ext uri="{FF2B5EF4-FFF2-40B4-BE49-F238E27FC236}">
                    <a16:creationId xmlns:a16="http://schemas.microsoft.com/office/drawing/2014/main" id="{D67F1486-A91D-491B-334D-56E0F0C73A9F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53" name="直接连接符 552">
                <a:extLst>
                  <a:ext uri="{FF2B5EF4-FFF2-40B4-BE49-F238E27FC236}">
                    <a16:creationId xmlns:a16="http://schemas.microsoft.com/office/drawing/2014/main" id="{01A7821A-0838-9B82-A764-C6BFC91E812A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4" name="文本框 553">
                <a:extLst>
                  <a:ext uri="{FF2B5EF4-FFF2-40B4-BE49-F238E27FC236}">
                    <a16:creationId xmlns:a16="http://schemas.microsoft.com/office/drawing/2014/main" id="{2301540D-FFC2-9520-88D3-C9863B035044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26" name="组合 525">
              <a:extLst>
                <a:ext uri="{FF2B5EF4-FFF2-40B4-BE49-F238E27FC236}">
                  <a16:creationId xmlns:a16="http://schemas.microsoft.com/office/drawing/2014/main" id="{E49020A7-3037-FBDC-FA83-44EA71EDBE5A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543" name="矩形: 圆角 542">
                <a:extLst>
                  <a:ext uri="{FF2B5EF4-FFF2-40B4-BE49-F238E27FC236}">
                    <a16:creationId xmlns:a16="http://schemas.microsoft.com/office/drawing/2014/main" id="{2EE46E78-DF9B-589D-408B-1A2E0C3659EA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88A9B572-C311-7E6E-E0A7-058670ABD06C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7FB5BB7A-C1EE-F917-E34B-8AD9393C3FDD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A4562F04-38BA-8825-1616-B7E1CA6F8B3D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47" name="直接连接符 546">
                <a:extLst>
                  <a:ext uri="{FF2B5EF4-FFF2-40B4-BE49-F238E27FC236}">
                    <a16:creationId xmlns:a16="http://schemas.microsoft.com/office/drawing/2014/main" id="{31244138-1EDB-D218-D5A1-37F0DB3079A5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8" name="文本框 547">
                <a:extLst>
                  <a:ext uri="{FF2B5EF4-FFF2-40B4-BE49-F238E27FC236}">
                    <a16:creationId xmlns:a16="http://schemas.microsoft.com/office/drawing/2014/main" id="{BB191CEB-B147-7D0D-8C1B-4EA5438EB05E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27" name="组合 526">
              <a:extLst>
                <a:ext uri="{FF2B5EF4-FFF2-40B4-BE49-F238E27FC236}">
                  <a16:creationId xmlns:a16="http://schemas.microsoft.com/office/drawing/2014/main" id="{5E705A52-AD5A-3C18-7786-00E2711607FA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537" name="矩形: 圆角 536">
                <a:extLst>
                  <a:ext uri="{FF2B5EF4-FFF2-40B4-BE49-F238E27FC236}">
                    <a16:creationId xmlns:a16="http://schemas.microsoft.com/office/drawing/2014/main" id="{CDFC8F9A-F7DF-DC27-EC9E-B082316B87C9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8C2D9534-2DB7-6362-CEB0-033366B0C64E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39" name="直接连接符 538">
                <a:extLst>
                  <a:ext uri="{FF2B5EF4-FFF2-40B4-BE49-F238E27FC236}">
                    <a16:creationId xmlns:a16="http://schemas.microsoft.com/office/drawing/2014/main" id="{148D2AC4-ABB3-2BBD-F37F-DFF2B5333F1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0" name="文本框 539">
                <a:extLst>
                  <a:ext uri="{FF2B5EF4-FFF2-40B4-BE49-F238E27FC236}">
                    <a16:creationId xmlns:a16="http://schemas.microsoft.com/office/drawing/2014/main" id="{DF72E362-ED6B-4045-7735-AA845C5ECDB0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41" name="直接连接符 540">
                <a:extLst>
                  <a:ext uri="{FF2B5EF4-FFF2-40B4-BE49-F238E27FC236}">
                    <a16:creationId xmlns:a16="http://schemas.microsoft.com/office/drawing/2014/main" id="{5456A4FF-25DD-789E-E5A7-4FC0ED445CC9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D9D062C4-6199-4365-C21A-AD5C689CDBF7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28" name="组合 527">
              <a:extLst>
                <a:ext uri="{FF2B5EF4-FFF2-40B4-BE49-F238E27FC236}">
                  <a16:creationId xmlns:a16="http://schemas.microsoft.com/office/drawing/2014/main" id="{5B631385-6E63-27A8-4C28-980B44D66DB3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533" name="矩形: 圆角 532">
                <a:extLst>
                  <a:ext uri="{FF2B5EF4-FFF2-40B4-BE49-F238E27FC236}">
                    <a16:creationId xmlns:a16="http://schemas.microsoft.com/office/drawing/2014/main" id="{4B1AA1B8-CD69-E034-A726-660D8084EF2D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4" name="文本框 533">
                <a:extLst>
                  <a:ext uri="{FF2B5EF4-FFF2-40B4-BE49-F238E27FC236}">
                    <a16:creationId xmlns:a16="http://schemas.microsoft.com/office/drawing/2014/main" id="{7AA6B35B-3C0C-F77C-282E-5CC8F686CBB3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35" name="直接连接符 534">
                <a:extLst>
                  <a:ext uri="{FF2B5EF4-FFF2-40B4-BE49-F238E27FC236}">
                    <a16:creationId xmlns:a16="http://schemas.microsoft.com/office/drawing/2014/main" id="{D14459BF-7AA5-BB53-24FF-DDBF38897E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8674C843-7800-9206-FBF4-714A7F166EEC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1BC79C2C-344C-D8B1-02E5-BDDB4E86CD92}"/>
                </a:ext>
              </a:extLst>
            </p:cNvPr>
            <p:cNvCxnSpPr>
              <a:cxnSpLocks/>
              <a:stCxn id="53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F00B801A-463C-0DA6-6879-6F08289677CC}"/>
                </a:ext>
              </a:extLst>
            </p:cNvPr>
            <p:cNvCxnSpPr>
              <a:stCxn id="558" idx="2"/>
              <a:endCxn id="54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73EA5904-917C-33E8-D902-7044A00E1E79}"/>
                </a:ext>
              </a:extLst>
            </p:cNvPr>
            <p:cNvCxnSpPr>
              <a:stCxn id="552" idx="2"/>
              <a:endCxn id="54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527AFD52-F36D-C12D-F436-928B8107E345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1" name="矩形 560">
            <a:extLst>
              <a:ext uri="{FF2B5EF4-FFF2-40B4-BE49-F238E27FC236}">
                <a16:creationId xmlns:a16="http://schemas.microsoft.com/office/drawing/2014/main" id="{1DEFD052-DCB5-A813-6B3C-D42D9B33A422}"/>
              </a:ext>
            </a:extLst>
          </p:cNvPr>
          <p:cNvSpPr/>
          <p:nvPr/>
        </p:nvSpPr>
        <p:spPr>
          <a:xfrm>
            <a:off x="10309931" y="2888580"/>
            <a:ext cx="1112292" cy="319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API Gateway</a:t>
            </a:r>
            <a:endParaRPr lang="en-CA" sz="1100" dirty="0">
              <a:solidFill>
                <a:schemeClr val="tx1"/>
              </a:solidFill>
            </a:endParaRPr>
          </a:p>
        </p:txBody>
      </p:sp>
      <p:grpSp>
        <p:nvGrpSpPr>
          <p:cNvPr id="580" name="组合 579">
            <a:extLst>
              <a:ext uri="{FF2B5EF4-FFF2-40B4-BE49-F238E27FC236}">
                <a16:creationId xmlns:a16="http://schemas.microsoft.com/office/drawing/2014/main" id="{007395DC-860C-3240-7570-CC70B786BA9E}"/>
              </a:ext>
            </a:extLst>
          </p:cNvPr>
          <p:cNvGrpSpPr/>
          <p:nvPr/>
        </p:nvGrpSpPr>
        <p:grpSpPr>
          <a:xfrm>
            <a:off x="6828218" y="2158438"/>
            <a:ext cx="2845918" cy="379001"/>
            <a:chOff x="2808952" y="2008564"/>
            <a:chExt cx="2845918" cy="379001"/>
          </a:xfrm>
        </p:grpSpPr>
        <p:grpSp>
          <p:nvGrpSpPr>
            <p:cNvPr id="569" name="组合 568">
              <a:extLst>
                <a:ext uri="{FF2B5EF4-FFF2-40B4-BE49-F238E27FC236}">
                  <a16:creationId xmlns:a16="http://schemas.microsoft.com/office/drawing/2014/main" id="{D0A00348-EFDA-B8DF-651C-32F64B7DC079}"/>
                </a:ext>
              </a:extLst>
            </p:cNvPr>
            <p:cNvGrpSpPr/>
            <p:nvPr/>
          </p:nvGrpSpPr>
          <p:grpSpPr>
            <a:xfrm>
              <a:off x="2808952" y="2018233"/>
              <a:ext cx="1278552" cy="369332"/>
              <a:chOff x="2808952" y="1888579"/>
              <a:chExt cx="1278552" cy="369332"/>
            </a:xfrm>
          </p:grpSpPr>
          <p:sp>
            <p:nvSpPr>
              <p:cNvPr id="562" name="矩形: 圆角 561">
                <a:extLst>
                  <a:ext uri="{FF2B5EF4-FFF2-40B4-BE49-F238E27FC236}">
                    <a16:creationId xmlns:a16="http://schemas.microsoft.com/office/drawing/2014/main" id="{2AEFF9AC-95E1-7E6B-B92C-2CC54FEA8DE3}"/>
                  </a:ext>
                </a:extLst>
              </p:cNvPr>
              <p:cNvSpPr/>
              <p:nvPr/>
            </p:nvSpPr>
            <p:spPr>
              <a:xfrm>
                <a:off x="2811439" y="1917510"/>
                <a:ext cx="1276065" cy="31993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3" name="矩形: 圆角 562">
                <a:extLst>
                  <a:ext uri="{FF2B5EF4-FFF2-40B4-BE49-F238E27FC236}">
                    <a16:creationId xmlns:a16="http://schemas.microsoft.com/office/drawing/2014/main" id="{9B166661-465B-7EEF-509A-F8FEBAA36074}"/>
                  </a:ext>
                </a:extLst>
              </p:cNvPr>
              <p:cNvSpPr/>
              <p:nvPr/>
            </p:nvSpPr>
            <p:spPr>
              <a:xfrm>
                <a:off x="3398293" y="1972101"/>
                <a:ext cx="614149" cy="95534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4" name="椭圆 563">
                <a:extLst>
                  <a:ext uri="{FF2B5EF4-FFF2-40B4-BE49-F238E27FC236}">
                    <a16:creationId xmlns:a16="http://schemas.microsoft.com/office/drawing/2014/main" id="{F7D8C1F0-EC86-C222-490A-06BE6055BACA}"/>
                  </a:ext>
                </a:extLst>
              </p:cNvPr>
              <p:cNvSpPr/>
              <p:nvPr/>
            </p:nvSpPr>
            <p:spPr>
              <a:xfrm>
                <a:off x="3449471" y="2122323"/>
                <a:ext cx="81887" cy="818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5" name="椭圆 564">
                <a:extLst>
                  <a:ext uri="{FF2B5EF4-FFF2-40B4-BE49-F238E27FC236}">
                    <a16:creationId xmlns:a16="http://schemas.microsoft.com/office/drawing/2014/main" id="{409DCA18-C099-D68B-004F-F5D3E4085940}"/>
                  </a:ext>
                </a:extLst>
              </p:cNvPr>
              <p:cNvSpPr/>
              <p:nvPr/>
            </p:nvSpPr>
            <p:spPr>
              <a:xfrm>
                <a:off x="3601871" y="2122323"/>
                <a:ext cx="81887" cy="818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6" name="椭圆 565">
                <a:extLst>
                  <a:ext uri="{FF2B5EF4-FFF2-40B4-BE49-F238E27FC236}">
                    <a16:creationId xmlns:a16="http://schemas.microsoft.com/office/drawing/2014/main" id="{CB7DBB90-0198-ACED-F89E-84F29A525361}"/>
                  </a:ext>
                </a:extLst>
              </p:cNvPr>
              <p:cNvSpPr/>
              <p:nvPr/>
            </p:nvSpPr>
            <p:spPr>
              <a:xfrm>
                <a:off x="3754271" y="2122323"/>
                <a:ext cx="81887" cy="818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7" name="椭圆 566">
                <a:extLst>
                  <a:ext uri="{FF2B5EF4-FFF2-40B4-BE49-F238E27FC236}">
                    <a16:creationId xmlns:a16="http://schemas.microsoft.com/office/drawing/2014/main" id="{79B41FD8-3327-2E1E-4F2D-0EE5C7C2E69A}"/>
                  </a:ext>
                </a:extLst>
              </p:cNvPr>
              <p:cNvSpPr/>
              <p:nvPr/>
            </p:nvSpPr>
            <p:spPr>
              <a:xfrm>
                <a:off x="3906671" y="2122323"/>
                <a:ext cx="81887" cy="818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8" name="文本框 567">
                <a:extLst>
                  <a:ext uri="{FF2B5EF4-FFF2-40B4-BE49-F238E27FC236}">
                    <a16:creationId xmlns:a16="http://schemas.microsoft.com/office/drawing/2014/main" id="{3C0EC7F4-9CE9-5CD4-F470-F50A11A152A0}"/>
                  </a:ext>
                </a:extLst>
              </p:cNvPr>
              <p:cNvSpPr txBox="1"/>
              <p:nvPr/>
            </p:nvSpPr>
            <p:spPr>
              <a:xfrm>
                <a:off x="2808952" y="1888579"/>
                <a:ext cx="567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900" dirty="0">
                    <a:latin typeface="+mn-ea"/>
                  </a:rPr>
                  <a:t>L4 Load</a:t>
                </a:r>
              </a:p>
              <a:p>
                <a:r>
                  <a:rPr lang="en-US" altLang="zh-CN" sz="900" dirty="0">
                    <a:latin typeface="+mn-ea"/>
                  </a:rPr>
                  <a:t>Balance</a:t>
                </a:r>
                <a:endParaRPr lang="en-CA" sz="900" dirty="0">
                  <a:latin typeface="+mn-ea"/>
                </a:endParaRPr>
              </a:p>
            </p:txBody>
          </p:sp>
        </p:grpSp>
        <p:grpSp>
          <p:nvGrpSpPr>
            <p:cNvPr id="570" name="组合 569">
              <a:extLst>
                <a:ext uri="{FF2B5EF4-FFF2-40B4-BE49-F238E27FC236}">
                  <a16:creationId xmlns:a16="http://schemas.microsoft.com/office/drawing/2014/main" id="{A77D9E5F-5068-F8DB-3BA2-26B7490E82E2}"/>
                </a:ext>
              </a:extLst>
            </p:cNvPr>
            <p:cNvGrpSpPr/>
            <p:nvPr/>
          </p:nvGrpSpPr>
          <p:grpSpPr>
            <a:xfrm>
              <a:off x="4376318" y="2008564"/>
              <a:ext cx="1278552" cy="369332"/>
              <a:chOff x="2808952" y="1888579"/>
              <a:chExt cx="1278552" cy="369332"/>
            </a:xfrm>
          </p:grpSpPr>
          <p:sp>
            <p:nvSpPr>
              <p:cNvPr id="571" name="矩形: 圆角 570">
                <a:extLst>
                  <a:ext uri="{FF2B5EF4-FFF2-40B4-BE49-F238E27FC236}">
                    <a16:creationId xmlns:a16="http://schemas.microsoft.com/office/drawing/2014/main" id="{33B8B2B0-F3ED-64BB-C158-B0ADE8630DC9}"/>
                  </a:ext>
                </a:extLst>
              </p:cNvPr>
              <p:cNvSpPr/>
              <p:nvPr/>
            </p:nvSpPr>
            <p:spPr>
              <a:xfrm>
                <a:off x="2811439" y="1917510"/>
                <a:ext cx="1276065" cy="319930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2" name="矩形: 圆角 571">
                <a:extLst>
                  <a:ext uri="{FF2B5EF4-FFF2-40B4-BE49-F238E27FC236}">
                    <a16:creationId xmlns:a16="http://schemas.microsoft.com/office/drawing/2014/main" id="{5770C50B-1CC4-3635-DAC9-EEE33A1E0559}"/>
                  </a:ext>
                </a:extLst>
              </p:cNvPr>
              <p:cNvSpPr/>
              <p:nvPr/>
            </p:nvSpPr>
            <p:spPr>
              <a:xfrm>
                <a:off x="3398293" y="1972101"/>
                <a:ext cx="614149" cy="95534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3" name="椭圆 572">
                <a:extLst>
                  <a:ext uri="{FF2B5EF4-FFF2-40B4-BE49-F238E27FC236}">
                    <a16:creationId xmlns:a16="http://schemas.microsoft.com/office/drawing/2014/main" id="{1CCEADA5-5560-7456-9FDE-0A4027F98C2D}"/>
                  </a:ext>
                </a:extLst>
              </p:cNvPr>
              <p:cNvSpPr/>
              <p:nvPr/>
            </p:nvSpPr>
            <p:spPr>
              <a:xfrm>
                <a:off x="3449471" y="2122323"/>
                <a:ext cx="81887" cy="818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4" name="椭圆 573">
                <a:extLst>
                  <a:ext uri="{FF2B5EF4-FFF2-40B4-BE49-F238E27FC236}">
                    <a16:creationId xmlns:a16="http://schemas.microsoft.com/office/drawing/2014/main" id="{3DB7EF2F-E893-5FDA-1424-2C9D8E80CB58}"/>
                  </a:ext>
                </a:extLst>
              </p:cNvPr>
              <p:cNvSpPr/>
              <p:nvPr/>
            </p:nvSpPr>
            <p:spPr>
              <a:xfrm>
                <a:off x="3601871" y="2122323"/>
                <a:ext cx="81887" cy="818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5" name="椭圆 574">
                <a:extLst>
                  <a:ext uri="{FF2B5EF4-FFF2-40B4-BE49-F238E27FC236}">
                    <a16:creationId xmlns:a16="http://schemas.microsoft.com/office/drawing/2014/main" id="{83A27462-74C0-8B2E-24D6-D614EEC8D7F0}"/>
                  </a:ext>
                </a:extLst>
              </p:cNvPr>
              <p:cNvSpPr/>
              <p:nvPr/>
            </p:nvSpPr>
            <p:spPr>
              <a:xfrm>
                <a:off x="3754271" y="2122323"/>
                <a:ext cx="81887" cy="818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6" name="椭圆 575">
                <a:extLst>
                  <a:ext uri="{FF2B5EF4-FFF2-40B4-BE49-F238E27FC236}">
                    <a16:creationId xmlns:a16="http://schemas.microsoft.com/office/drawing/2014/main" id="{9EBFF2B7-3CE6-9F1E-9AF3-8D3B1C4E8B67}"/>
                  </a:ext>
                </a:extLst>
              </p:cNvPr>
              <p:cNvSpPr/>
              <p:nvPr/>
            </p:nvSpPr>
            <p:spPr>
              <a:xfrm>
                <a:off x="3906671" y="2122323"/>
                <a:ext cx="81887" cy="818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7" name="文本框 576">
                <a:extLst>
                  <a:ext uri="{FF2B5EF4-FFF2-40B4-BE49-F238E27FC236}">
                    <a16:creationId xmlns:a16="http://schemas.microsoft.com/office/drawing/2014/main" id="{00B90649-C4F1-FEF7-252E-EF477021E6B0}"/>
                  </a:ext>
                </a:extLst>
              </p:cNvPr>
              <p:cNvSpPr txBox="1"/>
              <p:nvPr/>
            </p:nvSpPr>
            <p:spPr>
              <a:xfrm>
                <a:off x="2808952" y="1888579"/>
                <a:ext cx="567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900" dirty="0">
                    <a:latin typeface="+mn-ea"/>
                  </a:rPr>
                  <a:t>L4 Load</a:t>
                </a:r>
              </a:p>
              <a:p>
                <a:r>
                  <a:rPr lang="en-US" altLang="zh-CN" sz="900" dirty="0">
                    <a:latin typeface="+mn-ea"/>
                  </a:rPr>
                  <a:t>Balance</a:t>
                </a:r>
                <a:endParaRPr lang="en-CA" sz="900" dirty="0">
                  <a:latin typeface="+mn-ea"/>
                </a:endParaRPr>
              </a:p>
            </p:txBody>
          </p:sp>
        </p:grpSp>
        <p:sp>
          <p:nvSpPr>
            <p:cNvPr id="579" name="任意多边形: 形状 578">
              <a:extLst>
                <a:ext uri="{FF2B5EF4-FFF2-40B4-BE49-F238E27FC236}">
                  <a16:creationId xmlns:a16="http://schemas.microsoft.com/office/drawing/2014/main" id="{8AAEA212-9C8E-E07B-D433-AB190490553E}"/>
                </a:ext>
              </a:extLst>
            </p:cNvPr>
            <p:cNvSpPr/>
            <p:nvPr/>
          </p:nvSpPr>
          <p:spPr>
            <a:xfrm>
              <a:off x="4080681" y="2133756"/>
              <a:ext cx="300250" cy="132425"/>
            </a:xfrm>
            <a:custGeom>
              <a:avLst/>
              <a:gdLst>
                <a:gd name="connsiteX0" fmla="*/ 0 w 300250"/>
                <a:gd name="connsiteY0" fmla="*/ 63534 h 132425"/>
                <a:gd name="connsiteX1" fmla="*/ 81886 w 300250"/>
                <a:gd name="connsiteY1" fmla="*/ 2119 h 132425"/>
                <a:gd name="connsiteX2" fmla="*/ 225188 w 300250"/>
                <a:gd name="connsiteY2" fmla="*/ 131772 h 132425"/>
                <a:gd name="connsiteX3" fmla="*/ 300250 w 300250"/>
                <a:gd name="connsiteY3" fmla="*/ 43062 h 13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250" h="132425">
                  <a:moveTo>
                    <a:pt x="0" y="63534"/>
                  </a:moveTo>
                  <a:cubicBezTo>
                    <a:pt x="22177" y="27140"/>
                    <a:pt x="44355" y="-9254"/>
                    <a:pt x="81886" y="2119"/>
                  </a:cubicBezTo>
                  <a:cubicBezTo>
                    <a:pt x="119417" y="13492"/>
                    <a:pt x="188794" y="124948"/>
                    <a:pt x="225188" y="131772"/>
                  </a:cubicBezTo>
                  <a:cubicBezTo>
                    <a:pt x="261582" y="138596"/>
                    <a:pt x="280916" y="90829"/>
                    <a:pt x="300250" y="43062"/>
                  </a:cubicBezTo>
                </a:path>
              </a:pathLst>
            </a:custGeom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B91C098D-B0A3-FE16-C722-A5649E352808}"/>
              </a:ext>
            </a:extLst>
          </p:cNvPr>
          <p:cNvCxnSpPr>
            <a:stCxn id="4" idx="1"/>
          </p:cNvCxnSpPr>
          <p:nvPr/>
        </p:nvCxnSpPr>
        <p:spPr>
          <a:xfrm>
            <a:off x="8256268" y="1792193"/>
            <a:ext cx="0" cy="14578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连接符: 肘形 584">
            <a:extLst>
              <a:ext uri="{FF2B5EF4-FFF2-40B4-BE49-F238E27FC236}">
                <a16:creationId xmlns:a16="http://schemas.microsoft.com/office/drawing/2014/main" id="{3D9A8BB8-6709-06E5-6218-7DC5C0994F83}"/>
              </a:ext>
            </a:extLst>
          </p:cNvPr>
          <p:cNvCxnSpPr>
            <a:endCxn id="571" idx="0"/>
          </p:cNvCxnSpPr>
          <p:nvPr/>
        </p:nvCxnSpPr>
        <p:spPr>
          <a:xfrm>
            <a:off x="8256268" y="1937982"/>
            <a:ext cx="779836" cy="249387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连接符: 肘形 586">
            <a:extLst>
              <a:ext uri="{FF2B5EF4-FFF2-40B4-BE49-F238E27FC236}">
                <a16:creationId xmlns:a16="http://schemas.microsoft.com/office/drawing/2014/main" id="{42D6F49D-2EA1-6A26-6BE7-AA26E41ABF7B}"/>
              </a:ext>
            </a:extLst>
          </p:cNvPr>
          <p:cNvCxnSpPr>
            <a:cxnSpLocks/>
            <a:endCxn id="562" idx="0"/>
          </p:cNvCxnSpPr>
          <p:nvPr/>
        </p:nvCxnSpPr>
        <p:spPr>
          <a:xfrm rot="10800000" flipV="1">
            <a:off x="7468738" y="1937982"/>
            <a:ext cx="787530" cy="259056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直接连接符 589">
            <a:extLst>
              <a:ext uri="{FF2B5EF4-FFF2-40B4-BE49-F238E27FC236}">
                <a16:creationId xmlns:a16="http://schemas.microsoft.com/office/drawing/2014/main" id="{9C019A4A-9169-98F2-A703-5426CB529636}"/>
              </a:ext>
            </a:extLst>
          </p:cNvPr>
          <p:cNvCxnSpPr>
            <a:stCxn id="562" idx="2"/>
            <a:endCxn id="155" idx="0"/>
          </p:cNvCxnSpPr>
          <p:nvPr/>
        </p:nvCxnSpPr>
        <p:spPr>
          <a:xfrm flipH="1">
            <a:off x="5572157" y="2516968"/>
            <a:ext cx="1896581" cy="38806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直接连接符 591">
            <a:extLst>
              <a:ext uri="{FF2B5EF4-FFF2-40B4-BE49-F238E27FC236}">
                <a16:creationId xmlns:a16="http://schemas.microsoft.com/office/drawing/2014/main" id="{9B974B62-701E-4770-14F7-4980E9872FC7}"/>
              </a:ext>
            </a:extLst>
          </p:cNvPr>
          <p:cNvCxnSpPr>
            <a:stCxn id="562" idx="2"/>
            <a:endCxn id="156" idx="0"/>
          </p:cNvCxnSpPr>
          <p:nvPr/>
        </p:nvCxnSpPr>
        <p:spPr>
          <a:xfrm flipH="1">
            <a:off x="6895637" y="2516968"/>
            <a:ext cx="573101" cy="38806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直接连接符 593">
            <a:extLst>
              <a:ext uri="{FF2B5EF4-FFF2-40B4-BE49-F238E27FC236}">
                <a16:creationId xmlns:a16="http://schemas.microsoft.com/office/drawing/2014/main" id="{D5D42246-129D-5C54-E574-300D0782A746}"/>
              </a:ext>
            </a:extLst>
          </p:cNvPr>
          <p:cNvCxnSpPr>
            <a:stCxn id="562" idx="2"/>
            <a:endCxn id="157" idx="0"/>
          </p:cNvCxnSpPr>
          <p:nvPr/>
        </p:nvCxnSpPr>
        <p:spPr>
          <a:xfrm>
            <a:off x="7468738" y="2516968"/>
            <a:ext cx="750379" cy="38625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直接连接符 595">
            <a:extLst>
              <a:ext uri="{FF2B5EF4-FFF2-40B4-BE49-F238E27FC236}">
                <a16:creationId xmlns:a16="http://schemas.microsoft.com/office/drawing/2014/main" id="{56EF8A59-FF7D-A054-B8A4-0FBEED7743EF}"/>
              </a:ext>
            </a:extLst>
          </p:cNvPr>
          <p:cNvCxnSpPr>
            <a:stCxn id="562" idx="2"/>
            <a:endCxn id="158" idx="0"/>
          </p:cNvCxnSpPr>
          <p:nvPr/>
        </p:nvCxnSpPr>
        <p:spPr>
          <a:xfrm>
            <a:off x="7468738" y="2516968"/>
            <a:ext cx="2073859" cy="37161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直接连接符 597">
            <a:extLst>
              <a:ext uri="{FF2B5EF4-FFF2-40B4-BE49-F238E27FC236}">
                <a16:creationId xmlns:a16="http://schemas.microsoft.com/office/drawing/2014/main" id="{E307F5CD-24DF-729F-B297-68633F4ACF1A}"/>
              </a:ext>
            </a:extLst>
          </p:cNvPr>
          <p:cNvCxnSpPr>
            <a:stCxn id="562" idx="2"/>
            <a:endCxn id="561" idx="0"/>
          </p:cNvCxnSpPr>
          <p:nvPr/>
        </p:nvCxnSpPr>
        <p:spPr>
          <a:xfrm>
            <a:off x="7468738" y="2516968"/>
            <a:ext cx="3397339" cy="37161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直接连接符 601">
            <a:extLst>
              <a:ext uri="{FF2B5EF4-FFF2-40B4-BE49-F238E27FC236}">
                <a16:creationId xmlns:a16="http://schemas.microsoft.com/office/drawing/2014/main" id="{FEACE115-6215-0F40-FB5A-1ED635ABE457}"/>
              </a:ext>
            </a:extLst>
          </p:cNvPr>
          <p:cNvCxnSpPr>
            <a:stCxn id="571" idx="2"/>
            <a:endCxn id="155" idx="0"/>
          </p:cNvCxnSpPr>
          <p:nvPr/>
        </p:nvCxnSpPr>
        <p:spPr>
          <a:xfrm flipH="1">
            <a:off x="5572157" y="2507299"/>
            <a:ext cx="3463947" cy="39773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直接连接符 603">
            <a:extLst>
              <a:ext uri="{FF2B5EF4-FFF2-40B4-BE49-F238E27FC236}">
                <a16:creationId xmlns:a16="http://schemas.microsoft.com/office/drawing/2014/main" id="{FE41A0DE-297C-C07B-B420-0654D5A4EC13}"/>
              </a:ext>
            </a:extLst>
          </p:cNvPr>
          <p:cNvCxnSpPr>
            <a:stCxn id="571" idx="2"/>
            <a:endCxn id="156" idx="0"/>
          </p:cNvCxnSpPr>
          <p:nvPr/>
        </p:nvCxnSpPr>
        <p:spPr>
          <a:xfrm flipH="1">
            <a:off x="6895637" y="2507299"/>
            <a:ext cx="2140467" cy="39773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直接连接符 605">
            <a:extLst>
              <a:ext uri="{FF2B5EF4-FFF2-40B4-BE49-F238E27FC236}">
                <a16:creationId xmlns:a16="http://schemas.microsoft.com/office/drawing/2014/main" id="{1DA889D7-9BE8-D1D0-F780-4F458AD6AAA5}"/>
              </a:ext>
            </a:extLst>
          </p:cNvPr>
          <p:cNvCxnSpPr>
            <a:stCxn id="571" idx="2"/>
            <a:endCxn id="157" idx="0"/>
          </p:cNvCxnSpPr>
          <p:nvPr/>
        </p:nvCxnSpPr>
        <p:spPr>
          <a:xfrm flipH="1">
            <a:off x="8219117" y="2507299"/>
            <a:ext cx="816987" cy="39592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直接连接符 607">
            <a:extLst>
              <a:ext uri="{FF2B5EF4-FFF2-40B4-BE49-F238E27FC236}">
                <a16:creationId xmlns:a16="http://schemas.microsoft.com/office/drawing/2014/main" id="{2C249904-536C-29C4-C1F7-B2D332396FE7}"/>
              </a:ext>
            </a:extLst>
          </p:cNvPr>
          <p:cNvCxnSpPr>
            <a:stCxn id="571" idx="2"/>
            <a:endCxn id="158" idx="0"/>
          </p:cNvCxnSpPr>
          <p:nvPr/>
        </p:nvCxnSpPr>
        <p:spPr>
          <a:xfrm>
            <a:off x="9036104" y="2507299"/>
            <a:ext cx="506493" cy="38128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EC86A10-18C7-E053-3FC7-B16632716E0D}"/>
              </a:ext>
            </a:extLst>
          </p:cNvPr>
          <p:cNvCxnSpPr>
            <a:stCxn id="571" idx="2"/>
            <a:endCxn id="561" idx="0"/>
          </p:cNvCxnSpPr>
          <p:nvPr/>
        </p:nvCxnSpPr>
        <p:spPr>
          <a:xfrm>
            <a:off x="9036104" y="2507299"/>
            <a:ext cx="1829973" cy="38128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EB23C867-8EF6-3E4B-D6C8-6D3E414EB278}"/>
              </a:ext>
            </a:extLst>
          </p:cNvPr>
          <p:cNvCxnSpPr>
            <a:cxnSpLocks/>
            <a:stCxn id="155" idx="2"/>
            <a:endCxn id="5" idx="0"/>
          </p:cNvCxnSpPr>
          <p:nvPr/>
        </p:nvCxnSpPr>
        <p:spPr>
          <a:xfrm>
            <a:off x="5572157" y="3224959"/>
            <a:ext cx="2716" cy="51452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直接连接符 613">
            <a:extLst>
              <a:ext uri="{FF2B5EF4-FFF2-40B4-BE49-F238E27FC236}">
                <a16:creationId xmlns:a16="http://schemas.microsoft.com/office/drawing/2014/main" id="{D8148167-4A6B-BC89-9468-276FB4978C43}"/>
              </a:ext>
            </a:extLst>
          </p:cNvPr>
          <p:cNvCxnSpPr>
            <a:stCxn id="155" idx="2"/>
            <a:endCxn id="76" idx="0"/>
          </p:cNvCxnSpPr>
          <p:nvPr/>
        </p:nvCxnSpPr>
        <p:spPr>
          <a:xfrm>
            <a:off x="5572157" y="3224959"/>
            <a:ext cx="1754261" cy="51452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直接连接符 615">
            <a:extLst>
              <a:ext uri="{FF2B5EF4-FFF2-40B4-BE49-F238E27FC236}">
                <a16:creationId xmlns:a16="http://schemas.microsoft.com/office/drawing/2014/main" id="{AABBA42B-EE47-75F4-BC3A-98AA816A4A23}"/>
              </a:ext>
            </a:extLst>
          </p:cNvPr>
          <p:cNvCxnSpPr>
            <a:stCxn id="155" idx="2"/>
            <a:endCxn id="116" idx="0"/>
          </p:cNvCxnSpPr>
          <p:nvPr/>
        </p:nvCxnSpPr>
        <p:spPr>
          <a:xfrm>
            <a:off x="5572157" y="3224959"/>
            <a:ext cx="3522714" cy="5145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直接连接符 617">
            <a:extLst>
              <a:ext uri="{FF2B5EF4-FFF2-40B4-BE49-F238E27FC236}">
                <a16:creationId xmlns:a16="http://schemas.microsoft.com/office/drawing/2014/main" id="{2EEE9138-7AB3-5263-CED7-27FF8CE7CA84}"/>
              </a:ext>
            </a:extLst>
          </p:cNvPr>
          <p:cNvCxnSpPr>
            <a:stCxn id="155" idx="2"/>
            <a:endCxn id="160" idx="0"/>
          </p:cNvCxnSpPr>
          <p:nvPr/>
        </p:nvCxnSpPr>
        <p:spPr>
          <a:xfrm>
            <a:off x="5572157" y="3224959"/>
            <a:ext cx="5292167" cy="51452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直接连接符 619">
            <a:extLst>
              <a:ext uri="{FF2B5EF4-FFF2-40B4-BE49-F238E27FC236}">
                <a16:creationId xmlns:a16="http://schemas.microsoft.com/office/drawing/2014/main" id="{55A2C23B-EBBE-E355-1BC4-F1D15837C42E}"/>
              </a:ext>
            </a:extLst>
          </p:cNvPr>
          <p:cNvCxnSpPr>
            <a:cxnSpLocks/>
            <a:stCxn id="561" idx="2"/>
            <a:endCxn id="160" idx="0"/>
          </p:cNvCxnSpPr>
          <p:nvPr/>
        </p:nvCxnSpPr>
        <p:spPr>
          <a:xfrm flipH="1">
            <a:off x="10864324" y="3208510"/>
            <a:ext cx="1753" cy="5309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直接连接符 626">
            <a:extLst>
              <a:ext uri="{FF2B5EF4-FFF2-40B4-BE49-F238E27FC236}">
                <a16:creationId xmlns:a16="http://schemas.microsoft.com/office/drawing/2014/main" id="{56A1E434-A280-9B1B-52C8-CD5395C9FD13}"/>
              </a:ext>
            </a:extLst>
          </p:cNvPr>
          <p:cNvCxnSpPr>
            <a:stCxn id="156" idx="2"/>
            <a:endCxn id="5" idx="0"/>
          </p:cNvCxnSpPr>
          <p:nvPr/>
        </p:nvCxnSpPr>
        <p:spPr>
          <a:xfrm flipH="1">
            <a:off x="5574873" y="3224959"/>
            <a:ext cx="1320764" cy="51452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直接连接符 628">
            <a:extLst>
              <a:ext uri="{FF2B5EF4-FFF2-40B4-BE49-F238E27FC236}">
                <a16:creationId xmlns:a16="http://schemas.microsoft.com/office/drawing/2014/main" id="{EF26DC89-ED17-2B52-C743-4DCEA046B6F7}"/>
              </a:ext>
            </a:extLst>
          </p:cNvPr>
          <p:cNvCxnSpPr>
            <a:stCxn id="156" idx="2"/>
            <a:endCxn id="76" idx="0"/>
          </p:cNvCxnSpPr>
          <p:nvPr/>
        </p:nvCxnSpPr>
        <p:spPr>
          <a:xfrm>
            <a:off x="6895637" y="3224959"/>
            <a:ext cx="430781" cy="51452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直接连接符 630">
            <a:extLst>
              <a:ext uri="{FF2B5EF4-FFF2-40B4-BE49-F238E27FC236}">
                <a16:creationId xmlns:a16="http://schemas.microsoft.com/office/drawing/2014/main" id="{B11B6FA8-1EA0-CBAA-6551-493C4DF04341}"/>
              </a:ext>
            </a:extLst>
          </p:cNvPr>
          <p:cNvCxnSpPr>
            <a:stCxn id="156" idx="2"/>
            <a:endCxn id="116" idx="0"/>
          </p:cNvCxnSpPr>
          <p:nvPr/>
        </p:nvCxnSpPr>
        <p:spPr>
          <a:xfrm>
            <a:off x="6895637" y="3224959"/>
            <a:ext cx="2199234" cy="5145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直接连接符 632">
            <a:extLst>
              <a:ext uri="{FF2B5EF4-FFF2-40B4-BE49-F238E27FC236}">
                <a16:creationId xmlns:a16="http://schemas.microsoft.com/office/drawing/2014/main" id="{FFF8152B-56D7-F0F7-1CE9-8464FC517874}"/>
              </a:ext>
            </a:extLst>
          </p:cNvPr>
          <p:cNvCxnSpPr>
            <a:stCxn id="156" idx="2"/>
            <a:endCxn id="160" idx="0"/>
          </p:cNvCxnSpPr>
          <p:nvPr/>
        </p:nvCxnSpPr>
        <p:spPr>
          <a:xfrm>
            <a:off x="6895637" y="3224959"/>
            <a:ext cx="3968687" cy="51452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直接连接符 634">
            <a:extLst>
              <a:ext uri="{FF2B5EF4-FFF2-40B4-BE49-F238E27FC236}">
                <a16:creationId xmlns:a16="http://schemas.microsoft.com/office/drawing/2014/main" id="{85FAC515-E636-84BA-347E-F353B2E869E0}"/>
              </a:ext>
            </a:extLst>
          </p:cNvPr>
          <p:cNvCxnSpPr>
            <a:stCxn id="157" idx="2"/>
            <a:endCxn id="76" idx="0"/>
          </p:cNvCxnSpPr>
          <p:nvPr/>
        </p:nvCxnSpPr>
        <p:spPr>
          <a:xfrm flipH="1">
            <a:off x="7326418" y="3223155"/>
            <a:ext cx="892699" cy="51633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直接连接符 636">
            <a:extLst>
              <a:ext uri="{FF2B5EF4-FFF2-40B4-BE49-F238E27FC236}">
                <a16:creationId xmlns:a16="http://schemas.microsoft.com/office/drawing/2014/main" id="{7AA0A76C-0F29-A598-5069-5CDD89A23CE6}"/>
              </a:ext>
            </a:extLst>
          </p:cNvPr>
          <p:cNvCxnSpPr>
            <a:stCxn id="157" idx="2"/>
            <a:endCxn id="116" idx="0"/>
          </p:cNvCxnSpPr>
          <p:nvPr/>
        </p:nvCxnSpPr>
        <p:spPr>
          <a:xfrm>
            <a:off x="8219117" y="3223155"/>
            <a:ext cx="875754" cy="51633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直接连接符 638">
            <a:extLst>
              <a:ext uri="{FF2B5EF4-FFF2-40B4-BE49-F238E27FC236}">
                <a16:creationId xmlns:a16="http://schemas.microsoft.com/office/drawing/2014/main" id="{FD5AE424-72A8-FE3E-3502-B6B4DDB1493C}"/>
              </a:ext>
            </a:extLst>
          </p:cNvPr>
          <p:cNvCxnSpPr>
            <a:stCxn id="157" idx="2"/>
            <a:endCxn id="160" idx="0"/>
          </p:cNvCxnSpPr>
          <p:nvPr/>
        </p:nvCxnSpPr>
        <p:spPr>
          <a:xfrm>
            <a:off x="8219117" y="3223155"/>
            <a:ext cx="2645207" cy="51633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直接连接符 640">
            <a:extLst>
              <a:ext uri="{FF2B5EF4-FFF2-40B4-BE49-F238E27FC236}">
                <a16:creationId xmlns:a16="http://schemas.microsoft.com/office/drawing/2014/main" id="{164ECCF5-24E3-BD55-402D-F6E8F34159D1}"/>
              </a:ext>
            </a:extLst>
          </p:cNvPr>
          <p:cNvCxnSpPr>
            <a:stCxn id="158" idx="2"/>
            <a:endCxn id="5" idx="0"/>
          </p:cNvCxnSpPr>
          <p:nvPr/>
        </p:nvCxnSpPr>
        <p:spPr>
          <a:xfrm flipH="1">
            <a:off x="5574873" y="3208510"/>
            <a:ext cx="3967724" cy="53097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直接连接符 642">
            <a:extLst>
              <a:ext uri="{FF2B5EF4-FFF2-40B4-BE49-F238E27FC236}">
                <a16:creationId xmlns:a16="http://schemas.microsoft.com/office/drawing/2014/main" id="{29FA3F64-E44E-BB8D-1423-BA0C9D46E143}"/>
              </a:ext>
            </a:extLst>
          </p:cNvPr>
          <p:cNvCxnSpPr>
            <a:stCxn id="158" idx="2"/>
            <a:endCxn id="76" idx="0"/>
          </p:cNvCxnSpPr>
          <p:nvPr/>
        </p:nvCxnSpPr>
        <p:spPr>
          <a:xfrm flipH="1">
            <a:off x="7326418" y="3208510"/>
            <a:ext cx="2216179" cy="53097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直接连接符 644">
            <a:extLst>
              <a:ext uri="{FF2B5EF4-FFF2-40B4-BE49-F238E27FC236}">
                <a16:creationId xmlns:a16="http://schemas.microsoft.com/office/drawing/2014/main" id="{BFE7C057-5D60-C768-53D2-E6B751083230}"/>
              </a:ext>
            </a:extLst>
          </p:cNvPr>
          <p:cNvCxnSpPr>
            <a:stCxn id="158" idx="2"/>
            <a:endCxn id="116" idx="0"/>
          </p:cNvCxnSpPr>
          <p:nvPr/>
        </p:nvCxnSpPr>
        <p:spPr>
          <a:xfrm flipH="1">
            <a:off x="9094871" y="3208510"/>
            <a:ext cx="447726" cy="53097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直接连接符 646">
            <a:extLst>
              <a:ext uri="{FF2B5EF4-FFF2-40B4-BE49-F238E27FC236}">
                <a16:creationId xmlns:a16="http://schemas.microsoft.com/office/drawing/2014/main" id="{98F03EE2-B579-ACC1-453D-2FCBB5368FAA}"/>
              </a:ext>
            </a:extLst>
          </p:cNvPr>
          <p:cNvCxnSpPr>
            <a:stCxn id="158" idx="2"/>
            <a:endCxn id="160" idx="0"/>
          </p:cNvCxnSpPr>
          <p:nvPr/>
        </p:nvCxnSpPr>
        <p:spPr>
          <a:xfrm>
            <a:off x="9542597" y="3208510"/>
            <a:ext cx="1321727" cy="53097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直接连接符 648">
            <a:extLst>
              <a:ext uri="{FF2B5EF4-FFF2-40B4-BE49-F238E27FC236}">
                <a16:creationId xmlns:a16="http://schemas.microsoft.com/office/drawing/2014/main" id="{55F19A91-69AB-2072-B851-3361FC3135EF}"/>
              </a:ext>
            </a:extLst>
          </p:cNvPr>
          <p:cNvCxnSpPr>
            <a:stCxn id="561" idx="2"/>
            <a:endCxn id="5" idx="0"/>
          </p:cNvCxnSpPr>
          <p:nvPr/>
        </p:nvCxnSpPr>
        <p:spPr>
          <a:xfrm flipH="1">
            <a:off x="5574873" y="3208510"/>
            <a:ext cx="5291204" cy="53097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直接连接符 650">
            <a:extLst>
              <a:ext uri="{FF2B5EF4-FFF2-40B4-BE49-F238E27FC236}">
                <a16:creationId xmlns:a16="http://schemas.microsoft.com/office/drawing/2014/main" id="{06F77EBA-E2F4-1C27-F16C-03CA7C594AB0}"/>
              </a:ext>
            </a:extLst>
          </p:cNvPr>
          <p:cNvCxnSpPr>
            <a:stCxn id="561" idx="2"/>
            <a:endCxn id="76" idx="0"/>
          </p:cNvCxnSpPr>
          <p:nvPr/>
        </p:nvCxnSpPr>
        <p:spPr>
          <a:xfrm flipH="1">
            <a:off x="7326418" y="3208510"/>
            <a:ext cx="3539659" cy="53097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直接连接符 652">
            <a:extLst>
              <a:ext uri="{FF2B5EF4-FFF2-40B4-BE49-F238E27FC236}">
                <a16:creationId xmlns:a16="http://schemas.microsoft.com/office/drawing/2014/main" id="{6C0E7A21-6103-018D-7654-D88DD0727FBB}"/>
              </a:ext>
            </a:extLst>
          </p:cNvPr>
          <p:cNvCxnSpPr>
            <a:stCxn id="561" idx="2"/>
            <a:endCxn id="116" idx="0"/>
          </p:cNvCxnSpPr>
          <p:nvPr/>
        </p:nvCxnSpPr>
        <p:spPr>
          <a:xfrm flipH="1">
            <a:off x="9094871" y="3208510"/>
            <a:ext cx="1771206" cy="530977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4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34EE9-9FDD-B3A9-72D9-41861143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API </a:t>
            </a:r>
            <a:r>
              <a:rPr lang="zh-CN" altLang="en-US" dirty="0"/>
              <a:t>的发展趋势分析</a:t>
            </a:r>
            <a:endParaRPr lang="en-CA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C321C8-273A-C261-4476-7E58444E7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APP </a:t>
            </a:r>
            <a:r>
              <a:rPr lang="zh-CN" altLang="en-US" dirty="0"/>
              <a:t>数量将达到</a:t>
            </a:r>
            <a:r>
              <a:rPr lang="en-CA" altLang="zh-CN" dirty="0"/>
              <a:t>100</a:t>
            </a:r>
            <a:r>
              <a:rPr lang="zh-CN" altLang="en-US" dirty="0"/>
              <a:t>亿</a:t>
            </a:r>
            <a:endParaRPr lang="en-CA" dirty="0"/>
          </a:p>
          <a:p>
            <a:r>
              <a:rPr lang="zh-CN" altLang="en-US" dirty="0"/>
              <a:t>所有的</a:t>
            </a:r>
            <a:r>
              <a:rPr lang="en-CA" altLang="zh-CN" dirty="0"/>
              <a:t>APP </a:t>
            </a:r>
            <a:r>
              <a:rPr lang="zh-CN" altLang="en-US" dirty="0"/>
              <a:t>都提供</a:t>
            </a:r>
            <a:r>
              <a:rPr lang="en-US" altLang="zh-CN" dirty="0"/>
              <a:t>API</a:t>
            </a:r>
            <a:r>
              <a:rPr lang="zh-CN" altLang="en-US" dirty="0"/>
              <a:t>接口</a:t>
            </a:r>
            <a:endParaRPr lang="en-CA" altLang="zh-CN" dirty="0"/>
          </a:p>
          <a:p>
            <a:r>
              <a:rPr lang="en-CA" dirty="0"/>
              <a:t>API </a:t>
            </a:r>
            <a:r>
              <a:rPr lang="zh-CN" altLang="en-US" dirty="0"/>
              <a:t>网关的流量压力将成级数增长</a:t>
            </a:r>
            <a:endParaRPr lang="en-CA" altLang="zh-CN" dirty="0"/>
          </a:p>
          <a:p>
            <a:r>
              <a:rPr lang="zh-CN" altLang="en-US" dirty="0"/>
              <a:t>对高速</a:t>
            </a:r>
            <a:r>
              <a:rPr lang="en-CA" altLang="zh-CN" dirty="0"/>
              <a:t>API </a:t>
            </a:r>
            <a:r>
              <a:rPr lang="zh-CN" altLang="en-US" dirty="0"/>
              <a:t>网关的需求涌现</a:t>
            </a:r>
            <a:endParaRPr lang="en-CA" altLang="zh-CN" dirty="0"/>
          </a:p>
        </p:txBody>
      </p:sp>
    </p:spTree>
    <p:extLst>
      <p:ext uri="{BB962C8B-B14F-4D97-AF65-F5344CB8AC3E}">
        <p14:creationId xmlns:p14="http://schemas.microsoft.com/office/powerpoint/2010/main" val="356419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04BB-5890-6283-B71D-E3017F50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C20D8E6C-2FBB-3EBD-87C3-6E357454876A}"/>
              </a:ext>
            </a:extLst>
          </p:cNvPr>
          <p:cNvSpPr/>
          <p:nvPr/>
        </p:nvSpPr>
        <p:spPr>
          <a:xfrm>
            <a:off x="5076967" y="1937982"/>
            <a:ext cx="6421272" cy="8734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E88E0D8-97B0-D4F4-8F5A-EF0CD3F5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新的云原生架构</a:t>
            </a:r>
            <a:endParaRPr lang="en-CA" sz="3600" dirty="0"/>
          </a:p>
        </p:txBody>
      </p:sp>
      <p:sp>
        <p:nvSpPr>
          <p:cNvPr id="656" name="内容占位符 655">
            <a:extLst>
              <a:ext uri="{FF2B5EF4-FFF2-40B4-BE49-F238E27FC236}">
                <a16:creationId xmlns:a16="http://schemas.microsoft.com/office/drawing/2014/main" id="{87A8ECA1-FB36-7427-0A80-D7727CD9A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012" y="1690688"/>
            <a:ext cx="3954441" cy="4495954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优点：</a:t>
            </a:r>
            <a:endParaRPr lang="en-CA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倍性能提升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API GW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可编程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(LUA)</a:t>
            </a:r>
          </a:p>
          <a:p>
            <a:pPr lvl="1"/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API GW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可扩展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(Plugin)</a:t>
            </a: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成本：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en-CA" altLang="zh-CN" sz="1200" dirty="0">
                <a:latin typeface="等线" panose="02010600030101010101" pitchFamily="2" charset="-122"/>
                <a:ea typeface="等线" panose="02010600030101010101" pitchFamily="2" charset="-122"/>
              </a:rPr>
              <a:t>40</a:t>
            </a:r>
            <a:r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万部署成本</a:t>
            </a:r>
            <a:endParaRPr lang="en-CA" altLang="zh-CN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en-CA" altLang="zh-CN" sz="1200" dirty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万维护成本</a:t>
            </a:r>
            <a:endParaRPr lang="en-CA" altLang="zh-CN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平滑迁移（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LUA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脚本无缝迁移）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缺点：</a:t>
            </a:r>
            <a:endParaRPr lang="en-CA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独立硬件设备或者虚拟机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68C4585C-B851-9638-D874-A29987F05E16}"/>
              </a:ext>
            </a:extLst>
          </p:cNvPr>
          <p:cNvSpPr/>
          <p:nvPr/>
        </p:nvSpPr>
        <p:spPr>
          <a:xfrm>
            <a:off x="7566386" y="1009936"/>
            <a:ext cx="1379764" cy="783091"/>
          </a:xfrm>
          <a:prstGeom prst="cloud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Internet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A20C5F58-AA04-815E-8469-A82D748D883F}"/>
              </a:ext>
            </a:extLst>
          </p:cNvPr>
          <p:cNvGrpSpPr/>
          <p:nvPr/>
        </p:nvGrpSpPr>
        <p:grpSpPr>
          <a:xfrm>
            <a:off x="4944761" y="3739485"/>
            <a:ext cx="1260224" cy="2093191"/>
            <a:chOff x="1221476" y="3534770"/>
            <a:chExt cx="1260224" cy="209319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100166A-4790-EC3C-389F-6A1CD66F28D8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4086DF2-75A7-7604-2337-3384A11C32EE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35EA531-2856-9E4B-DFA9-86DBB79D4329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806F3FD2-26EA-F0DE-64C5-D3D3DB580EF4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3011636-842C-5DB8-B74C-19300F20D84A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7E509E7F-3391-25E4-9A70-842B8D7C2F05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3C32450-DB2D-1B5B-F545-405C21FDCE15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DD170EE-62F0-BD6C-3881-5E01282852E8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430CA10-FF86-CBF2-C6F2-9B098F8DDDD9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DBAFDA7D-7419-6834-B07F-8248F9671DD9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9144D61D-1AAF-7FE8-B0F1-A37E2D291541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FD0E9B1-7F64-D49A-8C66-68517673EADB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0B8F543-3855-9A42-3601-9D3EEF11C09B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F063B34-FE8C-B35A-488C-F32FC323933C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7A375857-14D5-B037-966E-0BC29CD90775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D03764E-5034-7A19-ED69-D300AAD656C4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A47E9B10-D371-2E4F-6C50-8D751D6A9BFB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AA4B8318-592E-3B65-8665-B063BC5B1CEF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C846DE6-9EB9-0A06-9DD8-68DFDB2A285B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7559674D-97DE-1588-4C0F-C69BD4EEDFCC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97AEF5D-C490-F96F-CBC3-2125F6D4D718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94BB76A-3462-F9FE-6813-F455FDA658DC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C92A193-4DA1-8039-141C-63E04E7A080D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1C04E797-80C6-3D8D-B28D-C1950CF8E1A1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4989058C-DE26-72CC-2492-29F765C2ABFB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E024D36-48BC-8491-4A4D-3D4AE7204E80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147ED455-6204-47F0-A024-0D00FCCDD0FB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692A7AE-9E65-7A5A-0261-F811C76BF2C7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58AE0750-1474-C5FB-6837-AEA077186C6B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CCF39C21-EE6E-A953-A57F-12F0311CA40C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3FADF3B-F8F2-87E6-E0AB-2F52744EFA36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564C15D-BF40-6B37-D270-EC7A95426368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A051DDE5-237A-A9B1-54DE-DD3B86556722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2886FDD-C7F6-BCC3-7879-0E0741E20A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10BA266C-681B-F88A-03CA-3C833E74F3D5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E822BEF-B860-B3DA-AEA0-D3A66F52A2A8}"/>
                </a:ext>
              </a:extLst>
            </p:cNvPr>
            <p:cNvCxnSpPr>
              <a:cxnSpLocks/>
              <a:stCxn id="50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65561D4-ED6C-C3FE-7345-8B1371D778C4}"/>
                </a:ext>
              </a:extLst>
            </p:cNvPr>
            <p:cNvCxnSpPr>
              <a:stCxn id="11" idx="2"/>
              <a:endCxn id="2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7A99E46B-960B-BF25-A171-33C9EAE2FABB}"/>
                </a:ext>
              </a:extLst>
            </p:cNvPr>
            <p:cNvCxnSpPr>
              <a:stCxn id="19" idx="2"/>
              <a:endCxn id="41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9FBA3E03-54FE-798D-D05B-403B2A27E2FF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0019AA7-537F-18AA-07A0-17A66C6C5A83}"/>
              </a:ext>
            </a:extLst>
          </p:cNvPr>
          <p:cNvGrpSpPr/>
          <p:nvPr/>
        </p:nvGrpSpPr>
        <p:grpSpPr>
          <a:xfrm>
            <a:off x="6696306" y="3739488"/>
            <a:ext cx="1260224" cy="2093191"/>
            <a:chOff x="1221476" y="3534770"/>
            <a:chExt cx="1260224" cy="2093191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8BBC3130-49FA-F1E3-78FE-2A47A20650F2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115F2608-4AB4-6BC0-DF76-740EDFE7A334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1F6B2E40-1109-10EC-8C2C-F753B6858450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109" name="矩形: 圆角 108">
                <a:extLst>
                  <a:ext uri="{FF2B5EF4-FFF2-40B4-BE49-F238E27FC236}">
                    <a16:creationId xmlns:a16="http://schemas.microsoft.com/office/drawing/2014/main" id="{B81878E3-7CBB-E4C4-D877-B42A55FD9796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504636A3-CFB3-8AC7-6CF9-BBE01F32B97C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FC93F6AF-6B32-1C57-3371-FECBA7E72BB4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02E4D7F5-7669-15D8-2BF6-384B6D370CCE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51E62DF6-7E86-FEF9-94B0-DF805A2AA5A4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E9244CF3-4448-497A-6B2C-3A9861E4C2CB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D1BDEDA2-088D-2512-CCEC-7F045006B491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EE435254-8219-81CF-C498-F1B47FB67403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96E77303-19D2-2D27-32DF-F2C6156510D7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42C5C5A9-0B54-A15F-0F0F-906868AA3E0D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2226351C-A52E-D2B4-8B10-6075DB25943C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3249FD4A-2DCB-9722-13A0-D460D9F948D8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A4C9B27D-9E3D-FCEB-9472-60657F5B61A0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F51E62EE-C25C-D48B-D762-DAB4A722A96B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97" name="矩形: 圆角 96">
                <a:extLst>
                  <a:ext uri="{FF2B5EF4-FFF2-40B4-BE49-F238E27FC236}">
                    <a16:creationId xmlns:a16="http://schemas.microsoft.com/office/drawing/2014/main" id="{C32137CD-1201-1F66-B826-72A834A40F50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A188E37-D9D9-9E6E-B727-AF1D01D32AEF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4F15F478-A17B-907C-1873-D7E2235D2CBE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73A36A09-A17F-AF14-C723-952E5208A072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1EAC240C-EEC8-0551-D982-16FED60AC983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85539933-3B54-4D42-F38D-65E7DD9C0862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90F6A303-2B01-BA2F-16C0-45BFC151B717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91" name="矩形: 圆角 90">
                <a:extLst>
                  <a:ext uri="{FF2B5EF4-FFF2-40B4-BE49-F238E27FC236}">
                    <a16:creationId xmlns:a16="http://schemas.microsoft.com/office/drawing/2014/main" id="{A445A773-906F-5EDB-5F9A-6467B72B48CA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DC7CE52E-23AF-32F3-7A9C-C8654099B377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36FA9C57-5FE7-A74C-0F29-2AC1B1BAFE0A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CDD1A98D-1889-0709-12C6-6C11A14DC023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288764C5-2829-837C-6A47-744544D399DE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9D7EAF4E-CC66-E8FD-40CD-C8BA165C1AF7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A504720B-29D1-B995-956B-CB7E1AC789E3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CA0EC737-6E19-A54B-525C-C4BC4F2396F8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D80874CD-2614-A3CD-CD78-3617F9C6A08B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586B0A89-B526-924C-11CE-40EC385322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14C7B25F-495F-5FE1-BF18-A447CCF279A8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5EFA24D8-89F2-DB48-10D2-D7D01A50EB68}"/>
                </a:ext>
              </a:extLst>
            </p:cNvPr>
            <p:cNvCxnSpPr>
              <a:cxnSpLocks/>
              <a:stCxn id="90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32397E9-ADC5-A9FE-6999-C653AB40B7CA}"/>
                </a:ext>
              </a:extLst>
            </p:cNvPr>
            <p:cNvCxnSpPr>
              <a:stCxn id="112" idx="2"/>
              <a:endCxn id="100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DD0E7F1B-654A-B33D-15F5-387B6BCFC3B0}"/>
                </a:ext>
              </a:extLst>
            </p:cNvPr>
            <p:cNvCxnSpPr>
              <a:stCxn id="106" idx="2"/>
              <a:endCxn id="94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52D64BC7-C068-044E-3EAD-E7D7A22A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E3C09BDF-03C6-14AA-063F-3B9775D92A34}"/>
              </a:ext>
            </a:extLst>
          </p:cNvPr>
          <p:cNvGrpSpPr/>
          <p:nvPr/>
        </p:nvGrpSpPr>
        <p:grpSpPr>
          <a:xfrm>
            <a:off x="8464759" y="3739487"/>
            <a:ext cx="1260224" cy="2093191"/>
            <a:chOff x="1221476" y="3534770"/>
            <a:chExt cx="1260224" cy="2093191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023A624D-B6D1-11C8-83DB-0CEBCEBBB899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CA243F50-F6C8-0981-ED18-ED8D962C6F42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3DD97D70-E9DD-F909-449D-82CC3985C889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149" name="矩形: 圆角 148">
                <a:extLst>
                  <a:ext uri="{FF2B5EF4-FFF2-40B4-BE49-F238E27FC236}">
                    <a16:creationId xmlns:a16="http://schemas.microsoft.com/office/drawing/2014/main" id="{8C2E7823-2CD7-7AE7-140D-AAD06A06A85F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690592DC-B323-954C-CB2F-FB8F70D6B4C8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1A897CFD-52EE-0CC6-1CF4-835468A083D8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882DAE95-EF2C-B1E6-5A47-331DEC28DBE5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680126E6-72D2-7E9D-4FDA-5BD7BA6FCC54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FE9F2D63-7688-45A6-DF8E-F1ADA5101B62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EAA5AE9D-C34B-EBEC-1A44-55224C5D8C3D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143" name="矩形: 圆角 142">
                <a:extLst>
                  <a:ext uri="{FF2B5EF4-FFF2-40B4-BE49-F238E27FC236}">
                    <a16:creationId xmlns:a16="http://schemas.microsoft.com/office/drawing/2014/main" id="{D4290ED0-56E3-4E25-743A-2507A3FF8859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9EF1CC49-8FC1-78CC-2715-254BA6288269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CB94E2BC-CF24-3AC9-358F-9594823B5614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5CC19AE8-FEE3-7834-21F4-27612EC83B80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C9EA6C9A-B799-547C-EC49-0A18D51B5C29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20F7CDFB-7D43-8B82-8544-3E54EA01CFD6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DB1D8B7F-550E-4E86-9303-D1D1AACB7738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137" name="矩形: 圆角 136">
                <a:extLst>
                  <a:ext uri="{FF2B5EF4-FFF2-40B4-BE49-F238E27FC236}">
                    <a16:creationId xmlns:a16="http://schemas.microsoft.com/office/drawing/2014/main" id="{A3BB14C5-210F-A35A-AED7-EA7B8C9D45E1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1CC70A07-97CE-205D-732D-782476775ADB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C8DE2584-0166-5416-B318-80DD62B4C530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0991CFB8-8C7F-876C-D69F-21FAF0C16F5C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9EA357D0-FE3F-20D6-287C-7FE97EFD88B5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38100913-22D8-8631-690E-69994EC381BE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D2052621-8BB6-6876-B602-9272D6B17669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3CC3C06F-ED3D-0BAC-FB7A-DC7AA3FC256F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3EDDD752-7684-A9AD-DF38-8BA87A81DD14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14DFF5DC-F9AD-C502-7D45-30013201CB10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3B79918E-37E3-7889-60F4-147480F8B870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46CDF0DA-AAB0-F73C-617C-858F86E7BC84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88D66B57-FCDB-569E-7BEC-869DB3EAD148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F336F8BE-3E7F-5929-5679-3ED88806BA03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127" name="矩形: 圆角 126">
                <a:extLst>
                  <a:ext uri="{FF2B5EF4-FFF2-40B4-BE49-F238E27FC236}">
                    <a16:creationId xmlns:a16="http://schemas.microsoft.com/office/drawing/2014/main" id="{117F2A58-E0A9-EC23-615E-1AD026F18B65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E0E024F9-C5DB-C97E-36AC-DCD7FB405324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0888FB77-06FA-B620-C801-6913AA164F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8622EE33-95E8-8DF5-5F3E-733B71071BEA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5CDB213B-2FAA-C6D7-36B2-57AB4E8ABE1B}"/>
                </a:ext>
              </a:extLst>
            </p:cNvPr>
            <p:cNvCxnSpPr>
              <a:cxnSpLocks/>
              <a:stCxn id="130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6F8D31-1E77-B211-7B7B-10BA57A7F044}"/>
                </a:ext>
              </a:extLst>
            </p:cNvPr>
            <p:cNvCxnSpPr>
              <a:stCxn id="152" idx="2"/>
              <a:endCxn id="140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3803322F-B7D0-E230-5DA8-6616A7439721}"/>
                </a:ext>
              </a:extLst>
            </p:cNvPr>
            <p:cNvCxnSpPr>
              <a:stCxn id="146" idx="2"/>
              <a:endCxn id="134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D9A7971A-6A02-5AB6-FD53-0AA25748321F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A476AEB0-6CC6-FE8C-6EC8-80BB3BE716C4}"/>
              </a:ext>
            </a:extLst>
          </p:cNvPr>
          <p:cNvGrpSpPr/>
          <p:nvPr/>
        </p:nvGrpSpPr>
        <p:grpSpPr>
          <a:xfrm>
            <a:off x="10234212" y="3739486"/>
            <a:ext cx="1260224" cy="2093191"/>
            <a:chOff x="1221476" y="3534770"/>
            <a:chExt cx="1260224" cy="2093191"/>
          </a:xfrm>
        </p:grpSpPr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D754AD7F-63DC-54A5-A9BA-41AB6FC78954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2B7FF5EE-3F7C-8F96-5659-8E56DE4A3FAD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DDD3CAD4-C858-B31C-FCA9-C06D064DB312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193" name="矩形: 圆角 192">
                <a:extLst>
                  <a:ext uri="{FF2B5EF4-FFF2-40B4-BE49-F238E27FC236}">
                    <a16:creationId xmlns:a16="http://schemas.microsoft.com/office/drawing/2014/main" id="{306DE1C5-E0A7-A2D9-C302-B4AF110C4A31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BD2D8B39-B81E-BF6A-078A-313B4DC278D2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95" name="直接连接符 194">
                <a:extLst>
                  <a:ext uri="{FF2B5EF4-FFF2-40B4-BE49-F238E27FC236}">
                    <a16:creationId xmlns:a16="http://schemas.microsoft.com/office/drawing/2014/main" id="{8D53B2FA-F0EB-3710-0975-A3CC4AFEB29E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18099B73-0BA4-1C2E-AEAD-9D9359DAB85A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97" name="直接连接符 196">
                <a:extLst>
                  <a:ext uri="{FF2B5EF4-FFF2-40B4-BE49-F238E27FC236}">
                    <a16:creationId xmlns:a16="http://schemas.microsoft.com/office/drawing/2014/main" id="{3B0CE7FE-1A5C-DFD7-2BA8-67C37E4F7337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41DFA6C7-675A-B978-DD88-ACB341CE56DE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C51FFE6A-C2BB-9126-C154-C028057D4D94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38489A05-1B51-D278-F0B3-A2032C7AF7AB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DD725EDA-78F5-2EB4-DAFA-C3BB88E5F36C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24825605-4B3B-9095-7A10-B04F35A02735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3C9FEAD1-1DEF-07E2-6845-55204621B839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05986317-60C4-325D-8EFB-680442EA94E3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F1559770-2857-0820-9976-188C09DA30CB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7282A35F-5416-D1DE-69FE-09671F0F88B7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181" name="矩形: 圆角 180">
                <a:extLst>
                  <a:ext uri="{FF2B5EF4-FFF2-40B4-BE49-F238E27FC236}">
                    <a16:creationId xmlns:a16="http://schemas.microsoft.com/office/drawing/2014/main" id="{920C3333-6F43-A592-8832-1DA6D8AA7450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E787DF5A-BB20-4CF1-F7EF-AA1268D16E31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83" name="直接连接符 182">
                <a:extLst>
                  <a:ext uri="{FF2B5EF4-FFF2-40B4-BE49-F238E27FC236}">
                    <a16:creationId xmlns:a16="http://schemas.microsoft.com/office/drawing/2014/main" id="{17022821-E0F7-AC09-48F5-2592308C25F9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92F11956-42AA-E8D1-ABFF-22ECEDF6B5CB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B8864867-4A91-A403-18BD-649A7EC77422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D7BE1AA3-4C7C-033F-66BF-0AB4CD197A59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E6416633-A7C9-07C2-60DC-BB8584D0DEC3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175" name="矩形: 圆角 174">
                <a:extLst>
                  <a:ext uri="{FF2B5EF4-FFF2-40B4-BE49-F238E27FC236}">
                    <a16:creationId xmlns:a16="http://schemas.microsoft.com/office/drawing/2014/main" id="{60FA7266-84D6-D11F-7433-A771C08C4D17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64D82180-6A12-773C-EC0C-9DBDB11EC402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7" name="直接连接符 176">
                <a:extLst>
                  <a:ext uri="{FF2B5EF4-FFF2-40B4-BE49-F238E27FC236}">
                    <a16:creationId xmlns:a16="http://schemas.microsoft.com/office/drawing/2014/main" id="{E0EAD37A-4FAE-E829-BC2D-B367B82B680A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CBEB2B94-98DB-2088-B64D-36D86F1B7C86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AE5D2CD9-6E9B-DF1D-580B-1E72FC7F509F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22192102-65F6-E13E-82DE-DB31C69ED2EB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454FBF3C-39E5-CE9C-47DA-7BA473F21486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171" name="矩形: 圆角 170">
                <a:extLst>
                  <a:ext uri="{FF2B5EF4-FFF2-40B4-BE49-F238E27FC236}">
                    <a16:creationId xmlns:a16="http://schemas.microsoft.com/office/drawing/2014/main" id="{85A2B986-69F6-25A3-87F0-1CEDA617ECDA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454187A1-EAC3-A0C4-A9D9-CA3FA9281650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173" name="直接连接符 172">
                <a:extLst>
                  <a:ext uri="{FF2B5EF4-FFF2-40B4-BE49-F238E27FC236}">
                    <a16:creationId xmlns:a16="http://schemas.microsoft.com/office/drawing/2014/main" id="{EEA00696-4E28-7351-FFA7-9705E51FB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369C8610-E236-B5C5-5CE4-F40425149019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9F8BF415-F6FE-296D-03D9-717895B0D403}"/>
                </a:ext>
              </a:extLst>
            </p:cNvPr>
            <p:cNvCxnSpPr>
              <a:cxnSpLocks/>
              <a:stCxn id="174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6A7C0E51-1CD0-1CFA-F773-2C03863391EE}"/>
                </a:ext>
              </a:extLst>
            </p:cNvPr>
            <p:cNvCxnSpPr>
              <a:stCxn id="196" idx="2"/>
              <a:endCxn id="184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5B6F73FE-DCBB-1EA0-2864-110945F3C2C9}"/>
                </a:ext>
              </a:extLst>
            </p:cNvPr>
            <p:cNvCxnSpPr>
              <a:stCxn id="190" idx="2"/>
              <a:endCxn id="178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03A5BC29-3F69-A6C8-470E-D30E183CE4BD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02A5F2F4-BA17-43FE-F2F3-F2DA4EA9249B}"/>
              </a:ext>
            </a:extLst>
          </p:cNvPr>
          <p:cNvGrpSpPr/>
          <p:nvPr/>
        </p:nvGrpSpPr>
        <p:grpSpPr>
          <a:xfrm>
            <a:off x="5097161" y="3891885"/>
            <a:ext cx="1260224" cy="2093191"/>
            <a:chOff x="1221476" y="3534770"/>
            <a:chExt cx="1260224" cy="2093191"/>
          </a:xfrm>
        </p:grpSpPr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8CF5D8FA-8E57-622C-BF99-E41B5BFDD96D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0C206AFF-EC18-4943-0A6C-97A7FD712AEF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FE434A95-692D-FB0D-6A81-19FE559950A4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275" name="矩形: 圆角 274">
                <a:extLst>
                  <a:ext uri="{FF2B5EF4-FFF2-40B4-BE49-F238E27FC236}">
                    <a16:creationId xmlns:a16="http://schemas.microsoft.com/office/drawing/2014/main" id="{CB44BCEA-0C23-7F8E-A6AC-517AED764DC0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62EEF455-F613-846A-38EE-C4F1AD4EBB52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7" name="直接连接符 276">
                <a:extLst>
                  <a:ext uri="{FF2B5EF4-FFF2-40B4-BE49-F238E27FC236}">
                    <a16:creationId xmlns:a16="http://schemas.microsoft.com/office/drawing/2014/main" id="{6030A0BB-9157-BC33-6A6B-F2F013F588A0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8" name="文本框 277">
                <a:extLst>
                  <a:ext uri="{FF2B5EF4-FFF2-40B4-BE49-F238E27FC236}">
                    <a16:creationId xmlns:a16="http://schemas.microsoft.com/office/drawing/2014/main" id="{9A44D87C-39DD-D27B-D73A-747654A3470E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9" name="直接连接符 278">
                <a:extLst>
                  <a:ext uri="{FF2B5EF4-FFF2-40B4-BE49-F238E27FC236}">
                    <a16:creationId xmlns:a16="http://schemas.microsoft.com/office/drawing/2014/main" id="{1B5A29E9-81A1-B1EC-7EE9-CF07B446D501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0" name="文本框 279">
                <a:extLst>
                  <a:ext uri="{FF2B5EF4-FFF2-40B4-BE49-F238E27FC236}">
                    <a16:creationId xmlns:a16="http://schemas.microsoft.com/office/drawing/2014/main" id="{A7C36CF0-4049-3386-6832-F5554375BED0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2472FE4E-8061-C6E7-4AFB-C30E0617491F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269" name="矩形: 圆角 268">
                <a:extLst>
                  <a:ext uri="{FF2B5EF4-FFF2-40B4-BE49-F238E27FC236}">
                    <a16:creationId xmlns:a16="http://schemas.microsoft.com/office/drawing/2014/main" id="{30789F24-0331-954E-1035-FC14E84C1735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BFAB487A-91EF-8472-167E-FAB3672774A1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803EB48C-32A5-37DA-9FA2-841730FB57CE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E40BEDBA-52DB-3544-C961-911D274F4D16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73" name="直接连接符 272">
                <a:extLst>
                  <a:ext uri="{FF2B5EF4-FFF2-40B4-BE49-F238E27FC236}">
                    <a16:creationId xmlns:a16="http://schemas.microsoft.com/office/drawing/2014/main" id="{2EB446D4-C7BF-5EF2-4049-ADDC619F9147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F1B68DBB-E3A6-F75F-29BD-5D724AEEE6B2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72A81288-8693-12C9-7CBA-92D5583B15FC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263" name="矩形: 圆角 262">
                <a:extLst>
                  <a:ext uri="{FF2B5EF4-FFF2-40B4-BE49-F238E27FC236}">
                    <a16:creationId xmlns:a16="http://schemas.microsoft.com/office/drawing/2014/main" id="{870D5D09-6B76-7D7F-BCCB-719A1625DE3B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D6055DD9-161C-DF00-8794-F47F246ED10C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9E9B4D29-F346-7812-D4C0-B6E067BD4B12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EE892F79-F88A-9D61-836B-42556EC80B8E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08522A8B-56EC-FFF8-FA68-44C741E3F5E0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0EF4BCD6-88D3-43A9-1091-BC11A17E3B39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6DA4CB7F-EF71-CF97-5B95-E8E9989585DA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257" name="矩形: 圆角 256">
                <a:extLst>
                  <a:ext uri="{FF2B5EF4-FFF2-40B4-BE49-F238E27FC236}">
                    <a16:creationId xmlns:a16="http://schemas.microsoft.com/office/drawing/2014/main" id="{7AC3CDCE-A263-E615-2C2E-328DA0BB6D0E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1513E497-38F0-7E03-8655-062A1E5FA898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59" name="直接连接符 258">
                <a:extLst>
                  <a:ext uri="{FF2B5EF4-FFF2-40B4-BE49-F238E27FC236}">
                    <a16:creationId xmlns:a16="http://schemas.microsoft.com/office/drawing/2014/main" id="{E382F96A-7E03-99BD-87FE-0DB031FA9A6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D74B68F0-9352-D6BD-BED8-F4AC79CC378C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61" name="直接连接符 260">
                <a:extLst>
                  <a:ext uri="{FF2B5EF4-FFF2-40B4-BE49-F238E27FC236}">
                    <a16:creationId xmlns:a16="http://schemas.microsoft.com/office/drawing/2014/main" id="{902F8263-838E-4D7C-E8C8-3D3E81976762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F9BF0E5A-A537-F2A2-2179-CB83245EFA21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8" name="组合 247">
              <a:extLst>
                <a:ext uri="{FF2B5EF4-FFF2-40B4-BE49-F238E27FC236}">
                  <a16:creationId xmlns:a16="http://schemas.microsoft.com/office/drawing/2014/main" id="{57CC0F0E-E95E-9113-762B-0320C221A9D8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253" name="矩形: 圆角 252">
                <a:extLst>
                  <a:ext uri="{FF2B5EF4-FFF2-40B4-BE49-F238E27FC236}">
                    <a16:creationId xmlns:a16="http://schemas.microsoft.com/office/drawing/2014/main" id="{4E60DEFD-146A-2AB7-CADC-FB82FC0A6C96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2AF0D432-14FE-CC0C-8039-15506A8F1B63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CFCE952E-5AFE-FA08-79B1-77B1C9A15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文本框 255">
                <a:extLst>
                  <a:ext uri="{FF2B5EF4-FFF2-40B4-BE49-F238E27FC236}">
                    <a16:creationId xmlns:a16="http://schemas.microsoft.com/office/drawing/2014/main" id="{46CA2AEC-DA05-B574-0360-7C0B15F6C9A6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291DF7BC-44A5-569C-9492-EC89DF6A0748}"/>
                </a:ext>
              </a:extLst>
            </p:cNvPr>
            <p:cNvCxnSpPr>
              <a:cxnSpLocks/>
              <a:stCxn id="25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FB61C68E-8815-35F9-D5B2-4795242C1E40}"/>
                </a:ext>
              </a:extLst>
            </p:cNvPr>
            <p:cNvCxnSpPr>
              <a:stCxn id="278" idx="2"/>
              <a:endCxn id="26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2A8AA4A5-60CF-2813-7723-E48254AAE449}"/>
                </a:ext>
              </a:extLst>
            </p:cNvPr>
            <p:cNvCxnSpPr>
              <a:stCxn id="272" idx="2"/>
              <a:endCxn id="26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B42D7B0C-2B8F-1DE5-F21E-CFBA3EB3A189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63FB7FC1-0379-3D14-9A98-B9E470C35540}"/>
              </a:ext>
            </a:extLst>
          </p:cNvPr>
          <p:cNvGrpSpPr/>
          <p:nvPr/>
        </p:nvGrpSpPr>
        <p:grpSpPr>
          <a:xfrm>
            <a:off x="5249561" y="4044285"/>
            <a:ext cx="1260224" cy="2093191"/>
            <a:chOff x="1221476" y="3534770"/>
            <a:chExt cx="1260224" cy="2093191"/>
          </a:xfrm>
        </p:grpSpPr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7A45E318-67CE-37F4-5409-B8F36DDD43B8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A6188CAB-9850-7859-26EF-B42D9A85AAC1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284" name="组合 283">
              <a:extLst>
                <a:ext uri="{FF2B5EF4-FFF2-40B4-BE49-F238E27FC236}">
                  <a16:creationId xmlns:a16="http://schemas.microsoft.com/office/drawing/2014/main" id="{AF8F93C7-A259-6764-3C96-E3A66460E494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315" name="矩形: 圆角 314">
                <a:extLst>
                  <a:ext uri="{FF2B5EF4-FFF2-40B4-BE49-F238E27FC236}">
                    <a16:creationId xmlns:a16="http://schemas.microsoft.com/office/drawing/2014/main" id="{E4EBB380-7E5E-EB2A-AFD7-61EE4737DEA6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6" name="文本框 315">
                <a:extLst>
                  <a:ext uri="{FF2B5EF4-FFF2-40B4-BE49-F238E27FC236}">
                    <a16:creationId xmlns:a16="http://schemas.microsoft.com/office/drawing/2014/main" id="{025A371D-3953-150B-4865-1A51B93D2E69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17" name="直接连接符 316">
                <a:extLst>
                  <a:ext uri="{FF2B5EF4-FFF2-40B4-BE49-F238E27FC236}">
                    <a16:creationId xmlns:a16="http://schemas.microsoft.com/office/drawing/2014/main" id="{2A4143BA-FB22-C8DB-05D7-AA6AF279358A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3C40156E-47BE-0AC4-6670-8E2B634FF35D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19" name="直接连接符 318">
                <a:extLst>
                  <a:ext uri="{FF2B5EF4-FFF2-40B4-BE49-F238E27FC236}">
                    <a16:creationId xmlns:a16="http://schemas.microsoft.com/office/drawing/2014/main" id="{9B95BE1B-D123-CC2A-ED87-ADB0613B5AF3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0" name="文本框 319">
                <a:extLst>
                  <a:ext uri="{FF2B5EF4-FFF2-40B4-BE49-F238E27FC236}">
                    <a16:creationId xmlns:a16="http://schemas.microsoft.com/office/drawing/2014/main" id="{F4CE15E0-991F-3912-ABB4-C8379C7DE855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BE1CA703-77C3-F06C-2680-8917FDDF6847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309" name="矩形: 圆角 308">
                <a:extLst>
                  <a:ext uri="{FF2B5EF4-FFF2-40B4-BE49-F238E27FC236}">
                    <a16:creationId xmlns:a16="http://schemas.microsoft.com/office/drawing/2014/main" id="{EB56ED1C-96BB-F8AC-4BC8-33992FDB6295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文本框 309">
                <a:extLst>
                  <a:ext uri="{FF2B5EF4-FFF2-40B4-BE49-F238E27FC236}">
                    <a16:creationId xmlns:a16="http://schemas.microsoft.com/office/drawing/2014/main" id="{6C572F5A-3105-8D60-AA39-9D58F2005071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11" name="直接连接符 310">
                <a:extLst>
                  <a:ext uri="{FF2B5EF4-FFF2-40B4-BE49-F238E27FC236}">
                    <a16:creationId xmlns:a16="http://schemas.microsoft.com/office/drawing/2014/main" id="{81CBD8F9-D58F-36F2-60B3-CEC63E99D537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2" name="文本框 311">
                <a:extLst>
                  <a:ext uri="{FF2B5EF4-FFF2-40B4-BE49-F238E27FC236}">
                    <a16:creationId xmlns:a16="http://schemas.microsoft.com/office/drawing/2014/main" id="{67C0A76E-E035-3DBF-4401-B52B30AA131D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13" name="直接连接符 312">
                <a:extLst>
                  <a:ext uri="{FF2B5EF4-FFF2-40B4-BE49-F238E27FC236}">
                    <a16:creationId xmlns:a16="http://schemas.microsoft.com/office/drawing/2014/main" id="{E89726A2-6F53-CEE0-E5ED-6E6B8F73B6B4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文本框 313">
                <a:extLst>
                  <a:ext uri="{FF2B5EF4-FFF2-40B4-BE49-F238E27FC236}">
                    <a16:creationId xmlns:a16="http://schemas.microsoft.com/office/drawing/2014/main" id="{CE086DCB-52FE-2EC6-CE0E-CE0069D60F3A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86" name="组合 285">
              <a:extLst>
                <a:ext uri="{FF2B5EF4-FFF2-40B4-BE49-F238E27FC236}">
                  <a16:creationId xmlns:a16="http://schemas.microsoft.com/office/drawing/2014/main" id="{52B95BC3-0B92-75A5-5217-79C6B568CDED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303" name="矩形: 圆角 302">
                <a:extLst>
                  <a:ext uri="{FF2B5EF4-FFF2-40B4-BE49-F238E27FC236}">
                    <a16:creationId xmlns:a16="http://schemas.microsoft.com/office/drawing/2014/main" id="{17E9ADFD-59E9-5AFF-2DD2-3E4F922B94FF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文本框 303">
                <a:extLst>
                  <a:ext uri="{FF2B5EF4-FFF2-40B4-BE49-F238E27FC236}">
                    <a16:creationId xmlns:a16="http://schemas.microsoft.com/office/drawing/2014/main" id="{DF466E0D-102A-FCE4-09E7-B7A056C9BB25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05" name="直接连接符 304">
                <a:extLst>
                  <a:ext uri="{FF2B5EF4-FFF2-40B4-BE49-F238E27FC236}">
                    <a16:creationId xmlns:a16="http://schemas.microsoft.com/office/drawing/2014/main" id="{B0EF5195-D79A-293A-3B7A-EF201C6B8DF5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6" name="文本框 305">
                <a:extLst>
                  <a:ext uri="{FF2B5EF4-FFF2-40B4-BE49-F238E27FC236}">
                    <a16:creationId xmlns:a16="http://schemas.microsoft.com/office/drawing/2014/main" id="{15AD3978-6B87-EC3D-3ED5-9E92707B9F1D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07" name="直接连接符 306">
                <a:extLst>
                  <a:ext uri="{FF2B5EF4-FFF2-40B4-BE49-F238E27FC236}">
                    <a16:creationId xmlns:a16="http://schemas.microsoft.com/office/drawing/2014/main" id="{17E913D6-BDCA-A9E6-6D10-ED8B3687CB7C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2A31104B-ABC2-9A11-B3EF-676CE2D240B7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87" name="组合 286">
              <a:extLst>
                <a:ext uri="{FF2B5EF4-FFF2-40B4-BE49-F238E27FC236}">
                  <a16:creationId xmlns:a16="http://schemas.microsoft.com/office/drawing/2014/main" id="{CEDACC8D-A01E-26F0-B437-AB6C9068B231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297" name="矩形: 圆角 296">
                <a:extLst>
                  <a:ext uri="{FF2B5EF4-FFF2-40B4-BE49-F238E27FC236}">
                    <a16:creationId xmlns:a16="http://schemas.microsoft.com/office/drawing/2014/main" id="{DC8046C8-EB1B-8812-E41A-BC6DBBFCC476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文本框 297">
                <a:extLst>
                  <a:ext uri="{FF2B5EF4-FFF2-40B4-BE49-F238E27FC236}">
                    <a16:creationId xmlns:a16="http://schemas.microsoft.com/office/drawing/2014/main" id="{662E74CB-3FF4-80B2-DDB5-BAE8AB4134E4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99" name="直接连接符 298">
                <a:extLst>
                  <a:ext uri="{FF2B5EF4-FFF2-40B4-BE49-F238E27FC236}">
                    <a16:creationId xmlns:a16="http://schemas.microsoft.com/office/drawing/2014/main" id="{6FB80A8D-D156-FBDF-65B8-38B7AA1BAC74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文本框 299">
                <a:extLst>
                  <a:ext uri="{FF2B5EF4-FFF2-40B4-BE49-F238E27FC236}">
                    <a16:creationId xmlns:a16="http://schemas.microsoft.com/office/drawing/2014/main" id="{3C1A1E46-77F2-12FF-E6B1-F98DF70A877A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2FA06386-F1D0-DD49-713F-8F2B9DF65D7C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2" name="文本框 301">
                <a:extLst>
                  <a:ext uri="{FF2B5EF4-FFF2-40B4-BE49-F238E27FC236}">
                    <a16:creationId xmlns:a16="http://schemas.microsoft.com/office/drawing/2014/main" id="{B9B56FA2-0BF9-081A-2BE3-46476251B985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C41E0CFC-80EB-916D-4085-2285D1061DB6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293" name="矩形: 圆角 292">
                <a:extLst>
                  <a:ext uri="{FF2B5EF4-FFF2-40B4-BE49-F238E27FC236}">
                    <a16:creationId xmlns:a16="http://schemas.microsoft.com/office/drawing/2014/main" id="{935CEDC2-42B7-949D-DAB0-503EE591C69D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4" name="文本框 293">
                <a:extLst>
                  <a:ext uri="{FF2B5EF4-FFF2-40B4-BE49-F238E27FC236}">
                    <a16:creationId xmlns:a16="http://schemas.microsoft.com/office/drawing/2014/main" id="{A7B89D2C-7CB3-CA6D-4CBA-907C4C513E05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95" name="直接连接符 294">
                <a:extLst>
                  <a:ext uri="{FF2B5EF4-FFF2-40B4-BE49-F238E27FC236}">
                    <a16:creationId xmlns:a16="http://schemas.microsoft.com/office/drawing/2014/main" id="{F4A74CF0-B41C-70B1-6707-1DFE13BC8A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96735930-044A-DDD1-CEF1-7BBEED60C8A7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369E84B1-CF46-C0ED-0FA6-DD5C2CC7A231}"/>
                </a:ext>
              </a:extLst>
            </p:cNvPr>
            <p:cNvCxnSpPr>
              <a:cxnSpLocks/>
              <a:stCxn id="29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29FDD888-451B-5593-6202-DB11E1BFC0D7}"/>
                </a:ext>
              </a:extLst>
            </p:cNvPr>
            <p:cNvCxnSpPr>
              <a:stCxn id="318" idx="2"/>
              <a:endCxn id="30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>
              <a:extLst>
                <a:ext uri="{FF2B5EF4-FFF2-40B4-BE49-F238E27FC236}">
                  <a16:creationId xmlns:a16="http://schemas.microsoft.com/office/drawing/2014/main" id="{FF62050E-9599-5241-114F-2BB7A78EAD24}"/>
                </a:ext>
              </a:extLst>
            </p:cNvPr>
            <p:cNvCxnSpPr>
              <a:stCxn id="312" idx="2"/>
              <a:endCxn id="30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>
              <a:extLst>
                <a:ext uri="{FF2B5EF4-FFF2-40B4-BE49-F238E27FC236}">
                  <a16:creationId xmlns:a16="http://schemas.microsoft.com/office/drawing/2014/main" id="{CDE87FD9-DAEA-8741-39C0-CE6940D0DEF9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组合 320">
            <a:extLst>
              <a:ext uri="{FF2B5EF4-FFF2-40B4-BE49-F238E27FC236}">
                <a16:creationId xmlns:a16="http://schemas.microsoft.com/office/drawing/2014/main" id="{814AA5F1-23F4-BAEF-1075-F5F120141781}"/>
              </a:ext>
            </a:extLst>
          </p:cNvPr>
          <p:cNvGrpSpPr/>
          <p:nvPr/>
        </p:nvGrpSpPr>
        <p:grpSpPr>
          <a:xfrm>
            <a:off x="6848706" y="3891888"/>
            <a:ext cx="1260224" cy="2093191"/>
            <a:chOff x="1221476" y="3534770"/>
            <a:chExt cx="1260224" cy="2093191"/>
          </a:xfrm>
        </p:grpSpPr>
        <p:sp>
          <p:nvSpPr>
            <p:cNvPr id="322" name="矩形 321">
              <a:extLst>
                <a:ext uri="{FF2B5EF4-FFF2-40B4-BE49-F238E27FC236}">
                  <a16:creationId xmlns:a16="http://schemas.microsoft.com/office/drawing/2014/main" id="{A3240EFB-6720-5FE8-B319-319F25EF2037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23" name="文本框 322">
              <a:extLst>
                <a:ext uri="{FF2B5EF4-FFF2-40B4-BE49-F238E27FC236}">
                  <a16:creationId xmlns:a16="http://schemas.microsoft.com/office/drawing/2014/main" id="{4B28571D-BDAC-C4EA-EAE0-DF7985D1B8C0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324" name="组合 323">
              <a:extLst>
                <a:ext uri="{FF2B5EF4-FFF2-40B4-BE49-F238E27FC236}">
                  <a16:creationId xmlns:a16="http://schemas.microsoft.com/office/drawing/2014/main" id="{FF889308-74A1-98AE-844B-75279AAC94E9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355" name="矩形: 圆角 354">
                <a:extLst>
                  <a:ext uri="{FF2B5EF4-FFF2-40B4-BE49-F238E27FC236}">
                    <a16:creationId xmlns:a16="http://schemas.microsoft.com/office/drawing/2014/main" id="{36563CFC-BAF9-9D09-E7AF-3E730E7B50FC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8681B100-4A24-C478-468E-ABAE9332E434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7" name="直接连接符 356">
                <a:extLst>
                  <a:ext uri="{FF2B5EF4-FFF2-40B4-BE49-F238E27FC236}">
                    <a16:creationId xmlns:a16="http://schemas.microsoft.com/office/drawing/2014/main" id="{FD371A57-AC5D-6842-23FA-55E56B69B8E0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8" name="文本框 357">
                <a:extLst>
                  <a:ext uri="{FF2B5EF4-FFF2-40B4-BE49-F238E27FC236}">
                    <a16:creationId xmlns:a16="http://schemas.microsoft.com/office/drawing/2014/main" id="{3853B218-8185-8B46-D746-45C4D1C7678B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4354D318-1697-8C98-AEFD-83772607C0B5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0" name="文本框 359">
                <a:extLst>
                  <a:ext uri="{FF2B5EF4-FFF2-40B4-BE49-F238E27FC236}">
                    <a16:creationId xmlns:a16="http://schemas.microsoft.com/office/drawing/2014/main" id="{C0715AB6-002F-0C0C-70CB-9D39EFF10678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25" name="组合 324">
              <a:extLst>
                <a:ext uri="{FF2B5EF4-FFF2-40B4-BE49-F238E27FC236}">
                  <a16:creationId xmlns:a16="http://schemas.microsoft.com/office/drawing/2014/main" id="{278E33C6-2D6A-A027-E677-BDF7F1108776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349" name="矩形: 圆角 348">
                <a:extLst>
                  <a:ext uri="{FF2B5EF4-FFF2-40B4-BE49-F238E27FC236}">
                    <a16:creationId xmlns:a16="http://schemas.microsoft.com/office/drawing/2014/main" id="{A9BC82DA-7737-0CEC-9536-47E87F86DE28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文本框 349">
                <a:extLst>
                  <a:ext uri="{FF2B5EF4-FFF2-40B4-BE49-F238E27FC236}">
                    <a16:creationId xmlns:a16="http://schemas.microsoft.com/office/drawing/2014/main" id="{D3EB986F-25A5-C292-E22B-BFD4E54227D8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1" name="直接连接符 350">
                <a:extLst>
                  <a:ext uri="{FF2B5EF4-FFF2-40B4-BE49-F238E27FC236}">
                    <a16:creationId xmlns:a16="http://schemas.microsoft.com/office/drawing/2014/main" id="{200E9F83-CB2A-200D-5E17-428AD5564254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2" name="文本框 351">
                <a:extLst>
                  <a:ext uri="{FF2B5EF4-FFF2-40B4-BE49-F238E27FC236}">
                    <a16:creationId xmlns:a16="http://schemas.microsoft.com/office/drawing/2014/main" id="{5CE7C0E4-6058-2FC4-29A9-BCEF3CDD47E6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53" name="直接连接符 352">
                <a:extLst>
                  <a:ext uri="{FF2B5EF4-FFF2-40B4-BE49-F238E27FC236}">
                    <a16:creationId xmlns:a16="http://schemas.microsoft.com/office/drawing/2014/main" id="{03EAC7E8-7E12-2444-2A0E-7D293173AA35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文本框 353">
                <a:extLst>
                  <a:ext uri="{FF2B5EF4-FFF2-40B4-BE49-F238E27FC236}">
                    <a16:creationId xmlns:a16="http://schemas.microsoft.com/office/drawing/2014/main" id="{BA30AE22-96FB-9E7F-567E-7781EA42224A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26" name="组合 325">
              <a:extLst>
                <a:ext uri="{FF2B5EF4-FFF2-40B4-BE49-F238E27FC236}">
                  <a16:creationId xmlns:a16="http://schemas.microsoft.com/office/drawing/2014/main" id="{FBD2B989-6A86-F973-C95E-FAC9F930FFAF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343" name="矩形: 圆角 342">
                <a:extLst>
                  <a:ext uri="{FF2B5EF4-FFF2-40B4-BE49-F238E27FC236}">
                    <a16:creationId xmlns:a16="http://schemas.microsoft.com/office/drawing/2014/main" id="{18250E90-E90B-EBE8-D7DE-690D4FDAD156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文本框 343">
                <a:extLst>
                  <a:ext uri="{FF2B5EF4-FFF2-40B4-BE49-F238E27FC236}">
                    <a16:creationId xmlns:a16="http://schemas.microsoft.com/office/drawing/2014/main" id="{95B83481-643A-6F08-E971-5B8CA1A9FF01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45" name="直接连接符 344">
                <a:extLst>
                  <a:ext uri="{FF2B5EF4-FFF2-40B4-BE49-F238E27FC236}">
                    <a16:creationId xmlns:a16="http://schemas.microsoft.com/office/drawing/2014/main" id="{5179A7F7-C056-5C4C-B05F-7FC924758C72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6" name="文本框 345">
                <a:extLst>
                  <a:ext uri="{FF2B5EF4-FFF2-40B4-BE49-F238E27FC236}">
                    <a16:creationId xmlns:a16="http://schemas.microsoft.com/office/drawing/2014/main" id="{61BB0099-7E67-6C2F-618C-579387EF447D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47" name="直接连接符 346">
                <a:extLst>
                  <a:ext uri="{FF2B5EF4-FFF2-40B4-BE49-F238E27FC236}">
                    <a16:creationId xmlns:a16="http://schemas.microsoft.com/office/drawing/2014/main" id="{C2B07C86-273F-3EE9-8DB9-F0C2DA911DF5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8" name="文本框 347">
                <a:extLst>
                  <a:ext uri="{FF2B5EF4-FFF2-40B4-BE49-F238E27FC236}">
                    <a16:creationId xmlns:a16="http://schemas.microsoft.com/office/drawing/2014/main" id="{5B5E62C2-AB05-A937-A426-F48EB644763A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27" name="组合 326">
              <a:extLst>
                <a:ext uri="{FF2B5EF4-FFF2-40B4-BE49-F238E27FC236}">
                  <a16:creationId xmlns:a16="http://schemas.microsoft.com/office/drawing/2014/main" id="{B31D943A-2A5F-F426-15DA-2BC50FA13185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337" name="矩形: 圆角 336">
                <a:extLst>
                  <a:ext uri="{FF2B5EF4-FFF2-40B4-BE49-F238E27FC236}">
                    <a16:creationId xmlns:a16="http://schemas.microsoft.com/office/drawing/2014/main" id="{98A6D778-13D5-8285-92F2-218D56BF17A1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文本框 337">
                <a:extLst>
                  <a:ext uri="{FF2B5EF4-FFF2-40B4-BE49-F238E27FC236}">
                    <a16:creationId xmlns:a16="http://schemas.microsoft.com/office/drawing/2014/main" id="{0A6048C7-99D8-FEC9-4E3A-75D000446923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39" name="直接连接符 338">
                <a:extLst>
                  <a:ext uri="{FF2B5EF4-FFF2-40B4-BE49-F238E27FC236}">
                    <a16:creationId xmlns:a16="http://schemas.microsoft.com/office/drawing/2014/main" id="{875BD2A5-FF80-2436-5CA0-142D0FC3A21E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0" name="文本框 339">
                <a:extLst>
                  <a:ext uri="{FF2B5EF4-FFF2-40B4-BE49-F238E27FC236}">
                    <a16:creationId xmlns:a16="http://schemas.microsoft.com/office/drawing/2014/main" id="{E9513655-3432-0A05-8B3B-4C4930467865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41" name="直接连接符 340">
                <a:extLst>
                  <a:ext uri="{FF2B5EF4-FFF2-40B4-BE49-F238E27FC236}">
                    <a16:creationId xmlns:a16="http://schemas.microsoft.com/office/drawing/2014/main" id="{D100D65D-FBEE-953B-987E-CA006ED988FB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2" name="文本框 341">
                <a:extLst>
                  <a:ext uri="{FF2B5EF4-FFF2-40B4-BE49-F238E27FC236}">
                    <a16:creationId xmlns:a16="http://schemas.microsoft.com/office/drawing/2014/main" id="{B470C654-A82A-25B8-CA95-BF3C8B01ACB8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28" name="组合 327">
              <a:extLst>
                <a:ext uri="{FF2B5EF4-FFF2-40B4-BE49-F238E27FC236}">
                  <a16:creationId xmlns:a16="http://schemas.microsoft.com/office/drawing/2014/main" id="{A061AEDA-E601-867F-FA21-72D58D753DE2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333" name="矩形: 圆角 332">
                <a:extLst>
                  <a:ext uri="{FF2B5EF4-FFF2-40B4-BE49-F238E27FC236}">
                    <a16:creationId xmlns:a16="http://schemas.microsoft.com/office/drawing/2014/main" id="{920DB5F9-BCF2-2BE0-4465-02B97605A459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文本框 333">
                <a:extLst>
                  <a:ext uri="{FF2B5EF4-FFF2-40B4-BE49-F238E27FC236}">
                    <a16:creationId xmlns:a16="http://schemas.microsoft.com/office/drawing/2014/main" id="{13B3128A-C680-9E11-FF3F-740BAE32D8E4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35" name="直接连接符 334">
                <a:extLst>
                  <a:ext uri="{FF2B5EF4-FFF2-40B4-BE49-F238E27FC236}">
                    <a16:creationId xmlns:a16="http://schemas.microsoft.com/office/drawing/2014/main" id="{8007F4EF-E29B-90A0-1E21-5C1A6A5FD2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6" name="文本框 335">
                <a:extLst>
                  <a:ext uri="{FF2B5EF4-FFF2-40B4-BE49-F238E27FC236}">
                    <a16:creationId xmlns:a16="http://schemas.microsoft.com/office/drawing/2014/main" id="{031EFA24-03D6-8F2F-D517-773316753849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id="{9C3CF2EA-CA18-B990-4FF2-EDCC91A88CAE}"/>
                </a:ext>
              </a:extLst>
            </p:cNvPr>
            <p:cNvCxnSpPr>
              <a:cxnSpLocks/>
              <a:stCxn id="33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id="{781EF4DF-AC0D-CA38-971F-CE8D3B51C422}"/>
                </a:ext>
              </a:extLst>
            </p:cNvPr>
            <p:cNvCxnSpPr>
              <a:stCxn id="358" idx="2"/>
              <a:endCxn id="34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FFDF0017-F8D2-C180-A79E-DF422A449672}"/>
                </a:ext>
              </a:extLst>
            </p:cNvPr>
            <p:cNvCxnSpPr>
              <a:stCxn id="352" idx="2"/>
              <a:endCxn id="34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>
              <a:extLst>
                <a:ext uri="{FF2B5EF4-FFF2-40B4-BE49-F238E27FC236}">
                  <a16:creationId xmlns:a16="http://schemas.microsoft.com/office/drawing/2014/main" id="{38DA18CF-C87F-D846-CCA5-68A89BA82043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1" name="组合 360">
            <a:extLst>
              <a:ext uri="{FF2B5EF4-FFF2-40B4-BE49-F238E27FC236}">
                <a16:creationId xmlns:a16="http://schemas.microsoft.com/office/drawing/2014/main" id="{780FE242-0977-CD15-AF20-902129C507C1}"/>
              </a:ext>
            </a:extLst>
          </p:cNvPr>
          <p:cNvGrpSpPr/>
          <p:nvPr/>
        </p:nvGrpSpPr>
        <p:grpSpPr>
          <a:xfrm>
            <a:off x="7001106" y="4044288"/>
            <a:ext cx="1260224" cy="2093191"/>
            <a:chOff x="1221476" y="3534770"/>
            <a:chExt cx="1260224" cy="2093191"/>
          </a:xfrm>
        </p:grpSpPr>
        <p:sp>
          <p:nvSpPr>
            <p:cNvPr id="362" name="矩形 361">
              <a:extLst>
                <a:ext uri="{FF2B5EF4-FFF2-40B4-BE49-F238E27FC236}">
                  <a16:creationId xmlns:a16="http://schemas.microsoft.com/office/drawing/2014/main" id="{3BE8723E-A83F-EB2D-DFE3-7B8A034D1C3D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63" name="文本框 362">
              <a:extLst>
                <a:ext uri="{FF2B5EF4-FFF2-40B4-BE49-F238E27FC236}">
                  <a16:creationId xmlns:a16="http://schemas.microsoft.com/office/drawing/2014/main" id="{56AD7F57-D0EE-6245-4C9D-6EB13323861A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364" name="组合 363">
              <a:extLst>
                <a:ext uri="{FF2B5EF4-FFF2-40B4-BE49-F238E27FC236}">
                  <a16:creationId xmlns:a16="http://schemas.microsoft.com/office/drawing/2014/main" id="{B349DD81-FA93-D89B-F233-1E0095EA9E6E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395" name="矩形: 圆角 394">
                <a:extLst>
                  <a:ext uri="{FF2B5EF4-FFF2-40B4-BE49-F238E27FC236}">
                    <a16:creationId xmlns:a16="http://schemas.microsoft.com/office/drawing/2014/main" id="{94AEC068-3751-8948-84DD-9C678EDC6290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BD745CA3-36F5-3516-F3DB-079892548252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97" name="直接连接符 396">
                <a:extLst>
                  <a:ext uri="{FF2B5EF4-FFF2-40B4-BE49-F238E27FC236}">
                    <a16:creationId xmlns:a16="http://schemas.microsoft.com/office/drawing/2014/main" id="{BAFB4A40-66CE-555F-A6FE-5A3E76C1344E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69D0B3C8-7401-6864-114D-6A79E757F64E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99" name="直接连接符 398">
                <a:extLst>
                  <a:ext uri="{FF2B5EF4-FFF2-40B4-BE49-F238E27FC236}">
                    <a16:creationId xmlns:a16="http://schemas.microsoft.com/office/drawing/2014/main" id="{0EBD145F-7CE4-9B03-779C-761F74F7B2D0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C6AFA7D5-2077-B3C2-046A-9FD6FD74AC20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5" name="组合 364">
              <a:extLst>
                <a:ext uri="{FF2B5EF4-FFF2-40B4-BE49-F238E27FC236}">
                  <a16:creationId xmlns:a16="http://schemas.microsoft.com/office/drawing/2014/main" id="{3DECDB11-6FE1-A341-DDBC-074DF968BDE4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389" name="矩形: 圆角 388">
                <a:extLst>
                  <a:ext uri="{FF2B5EF4-FFF2-40B4-BE49-F238E27FC236}">
                    <a16:creationId xmlns:a16="http://schemas.microsoft.com/office/drawing/2014/main" id="{6A511DC2-ADE8-D052-AE95-46C0BA4F5523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84DD5861-F685-BE63-1EE3-7921E505F708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91" name="直接连接符 390">
                <a:extLst>
                  <a:ext uri="{FF2B5EF4-FFF2-40B4-BE49-F238E27FC236}">
                    <a16:creationId xmlns:a16="http://schemas.microsoft.com/office/drawing/2014/main" id="{073A7E3A-09BD-812C-F63D-8AE843B3BB0A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2" name="文本框 391">
                <a:extLst>
                  <a:ext uri="{FF2B5EF4-FFF2-40B4-BE49-F238E27FC236}">
                    <a16:creationId xmlns:a16="http://schemas.microsoft.com/office/drawing/2014/main" id="{34A87166-0B0F-CDA9-C6E5-7A30D0EE0249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93" name="直接连接符 392">
                <a:extLst>
                  <a:ext uri="{FF2B5EF4-FFF2-40B4-BE49-F238E27FC236}">
                    <a16:creationId xmlns:a16="http://schemas.microsoft.com/office/drawing/2014/main" id="{C42DA7FE-251C-4C66-B1CA-9CDA115B96AA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1C863206-10A1-9FDB-9656-2B545DDA1E4C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6" name="组合 365">
              <a:extLst>
                <a:ext uri="{FF2B5EF4-FFF2-40B4-BE49-F238E27FC236}">
                  <a16:creationId xmlns:a16="http://schemas.microsoft.com/office/drawing/2014/main" id="{73B28830-AD61-3A5B-BD41-98C2D676853A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383" name="矩形: 圆角 382">
                <a:extLst>
                  <a:ext uri="{FF2B5EF4-FFF2-40B4-BE49-F238E27FC236}">
                    <a16:creationId xmlns:a16="http://schemas.microsoft.com/office/drawing/2014/main" id="{1C28031C-94D2-4C05-F892-F78FAD33E2A1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5D09FE14-8328-2E16-14B3-8EC48853804B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63D44A54-2DDA-81BF-F958-AE0E00AA55F3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BA11A820-C3E0-156F-0AB1-E93451BE96E6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E130A946-64C1-FAB9-989D-6882A9BAE2E2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8" name="文本框 387">
                <a:extLst>
                  <a:ext uri="{FF2B5EF4-FFF2-40B4-BE49-F238E27FC236}">
                    <a16:creationId xmlns:a16="http://schemas.microsoft.com/office/drawing/2014/main" id="{E334AA65-2C98-30D1-77D7-38BE7499A3E2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7" name="组合 366">
              <a:extLst>
                <a:ext uri="{FF2B5EF4-FFF2-40B4-BE49-F238E27FC236}">
                  <a16:creationId xmlns:a16="http://schemas.microsoft.com/office/drawing/2014/main" id="{1B2F8992-E16D-6E95-EE6A-0623B19DAE1C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377" name="矩形: 圆角 376">
                <a:extLst>
                  <a:ext uri="{FF2B5EF4-FFF2-40B4-BE49-F238E27FC236}">
                    <a16:creationId xmlns:a16="http://schemas.microsoft.com/office/drawing/2014/main" id="{DE1AD85B-A066-F8BC-AE4C-F814E4EC799A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8" name="文本框 377">
                <a:extLst>
                  <a:ext uri="{FF2B5EF4-FFF2-40B4-BE49-F238E27FC236}">
                    <a16:creationId xmlns:a16="http://schemas.microsoft.com/office/drawing/2014/main" id="{CDB2380E-D221-63DA-7389-1EFE757682CE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84E2D562-B67C-7976-E6C9-9A5303B93127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0" name="文本框 379">
                <a:extLst>
                  <a:ext uri="{FF2B5EF4-FFF2-40B4-BE49-F238E27FC236}">
                    <a16:creationId xmlns:a16="http://schemas.microsoft.com/office/drawing/2014/main" id="{7E19C940-060F-5387-4DB6-AA626458FCDD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E774AA35-CF13-D6FE-CB76-8B301A29DBE6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文本框 381">
                <a:extLst>
                  <a:ext uri="{FF2B5EF4-FFF2-40B4-BE49-F238E27FC236}">
                    <a16:creationId xmlns:a16="http://schemas.microsoft.com/office/drawing/2014/main" id="{AA3B6FCC-B84A-7306-5B1C-CA4C72C51287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368" name="组合 367">
              <a:extLst>
                <a:ext uri="{FF2B5EF4-FFF2-40B4-BE49-F238E27FC236}">
                  <a16:creationId xmlns:a16="http://schemas.microsoft.com/office/drawing/2014/main" id="{E87FDA17-1F18-5468-5E00-90EFD09A49B2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373" name="矩形: 圆角 372">
                <a:extLst>
                  <a:ext uri="{FF2B5EF4-FFF2-40B4-BE49-F238E27FC236}">
                    <a16:creationId xmlns:a16="http://schemas.microsoft.com/office/drawing/2014/main" id="{5E92275C-6168-DA45-C3F0-2730F10BDC10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文本框 373">
                <a:extLst>
                  <a:ext uri="{FF2B5EF4-FFF2-40B4-BE49-F238E27FC236}">
                    <a16:creationId xmlns:a16="http://schemas.microsoft.com/office/drawing/2014/main" id="{3CA1591F-904F-9E2C-4801-51A5ACAA3CEC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6699898B-BCDD-59B2-9F71-B0563CFEEA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6" name="文本框 375">
                <a:extLst>
                  <a:ext uri="{FF2B5EF4-FFF2-40B4-BE49-F238E27FC236}">
                    <a16:creationId xmlns:a16="http://schemas.microsoft.com/office/drawing/2014/main" id="{56F01264-65D7-38E7-CF14-C7C828D0EBFD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7630D91B-5F8F-22AF-2143-E1F266CAA9D3}"/>
                </a:ext>
              </a:extLst>
            </p:cNvPr>
            <p:cNvCxnSpPr>
              <a:cxnSpLocks/>
              <a:stCxn id="37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2F2FD45C-CCA2-30AE-0D9C-7D63FC382818}"/>
                </a:ext>
              </a:extLst>
            </p:cNvPr>
            <p:cNvCxnSpPr>
              <a:stCxn id="398" idx="2"/>
              <a:endCxn id="38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>
              <a:extLst>
                <a:ext uri="{FF2B5EF4-FFF2-40B4-BE49-F238E27FC236}">
                  <a16:creationId xmlns:a16="http://schemas.microsoft.com/office/drawing/2014/main" id="{685D6063-BFC9-FB84-20C8-DCF12AFEB1D9}"/>
                </a:ext>
              </a:extLst>
            </p:cNvPr>
            <p:cNvCxnSpPr>
              <a:stCxn id="392" idx="2"/>
              <a:endCxn id="38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>
              <a:extLst>
                <a:ext uri="{FF2B5EF4-FFF2-40B4-BE49-F238E27FC236}">
                  <a16:creationId xmlns:a16="http://schemas.microsoft.com/office/drawing/2014/main" id="{B1AC5103-F28A-3EFA-874C-9D14669CE70B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1" name="组合 400">
            <a:extLst>
              <a:ext uri="{FF2B5EF4-FFF2-40B4-BE49-F238E27FC236}">
                <a16:creationId xmlns:a16="http://schemas.microsoft.com/office/drawing/2014/main" id="{BBEECF55-4238-38FF-E849-C3AA836A2B63}"/>
              </a:ext>
            </a:extLst>
          </p:cNvPr>
          <p:cNvGrpSpPr/>
          <p:nvPr/>
        </p:nvGrpSpPr>
        <p:grpSpPr>
          <a:xfrm>
            <a:off x="8617159" y="3891887"/>
            <a:ext cx="1260224" cy="2093191"/>
            <a:chOff x="1221476" y="3534770"/>
            <a:chExt cx="1260224" cy="2093191"/>
          </a:xfrm>
        </p:grpSpPr>
        <p:sp>
          <p:nvSpPr>
            <p:cNvPr id="402" name="矩形 401">
              <a:extLst>
                <a:ext uri="{FF2B5EF4-FFF2-40B4-BE49-F238E27FC236}">
                  <a16:creationId xmlns:a16="http://schemas.microsoft.com/office/drawing/2014/main" id="{2BD5C13B-EB68-156C-99FC-B1FABB9EC02C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03" name="文本框 402">
              <a:extLst>
                <a:ext uri="{FF2B5EF4-FFF2-40B4-BE49-F238E27FC236}">
                  <a16:creationId xmlns:a16="http://schemas.microsoft.com/office/drawing/2014/main" id="{5C8F9CCB-2C59-B955-3434-53696D9DFE37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404" name="组合 403">
              <a:extLst>
                <a:ext uri="{FF2B5EF4-FFF2-40B4-BE49-F238E27FC236}">
                  <a16:creationId xmlns:a16="http://schemas.microsoft.com/office/drawing/2014/main" id="{34777C1F-E072-7EEA-BD2D-C66BC7861A30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435" name="矩形: 圆角 434">
                <a:extLst>
                  <a:ext uri="{FF2B5EF4-FFF2-40B4-BE49-F238E27FC236}">
                    <a16:creationId xmlns:a16="http://schemas.microsoft.com/office/drawing/2014/main" id="{999FDC2B-8DFB-0A3E-D2CD-CA582A51D14D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6" name="文本框 435">
                <a:extLst>
                  <a:ext uri="{FF2B5EF4-FFF2-40B4-BE49-F238E27FC236}">
                    <a16:creationId xmlns:a16="http://schemas.microsoft.com/office/drawing/2014/main" id="{3BEFBD0D-B789-02DE-3B4A-80CC50ED7C13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37" name="直接连接符 436">
                <a:extLst>
                  <a:ext uri="{FF2B5EF4-FFF2-40B4-BE49-F238E27FC236}">
                    <a16:creationId xmlns:a16="http://schemas.microsoft.com/office/drawing/2014/main" id="{2508FA1C-5D15-7714-CAE6-6955D07DFAFE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8" name="文本框 437">
                <a:extLst>
                  <a:ext uri="{FF2B5EF4-FFF2-40B4-BE49-F238E27FC236}">
                    <a16:creationId xmlns:a16="http://schemas.microsoft.com/office/drawing/2014/main" id="{B7B19C3D-2916-8389-7BA6-DF91F634B086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39" name="直接连接符 438">
                <a:extLst>
                  <a:ext uri="{FF2B5EF4-FFF2-40B4-BE49-F238E27FC236}">
                    <a16:creationId xmlns:a16="http://schemas.microsoft.com/office/drawing/2014/main" id="{3F4651EA-61F4-1E3F-6A2A-D5E2E59B39A5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69B8DCCD-5DCB-CC6C-131A-7C7FE2C0ED89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05" name="组合 404">
              <a:extLst>
                <a:ext uri="{FF2B5EF4-FFF2-40B4-BE49-F238E27FC236}">
                  <a16:creationId xmlns:a16="http://schemas.microsoft.com/office/drawing/2014/main" id="{4CF48F1A-AB3E-9C20-52CC-286899CD279F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429" name="矩形: 圆角 428">
                <a:extLst>
                  <a:ext uri="{FF2B5EF4-FFF2-40B4-BE49-F238E27FC236}">
                    <a16:creationId xmlns:a16="http://schemas.microsoft.com/office/drawing/2014/main" id="{9AD78C09-4D6A-9064-E1B9-C67BA7C308DD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0" name="文本框 429">
                <a:extLst>
                  <a:ext uri="{FF2B5EF4-FFF2-40B4-BE49-F238E27FC236}">
                    <a16:creationId xmlns:a16="http://schemas.microsoft.com/office/drawing/2014/main" id="{E021B84D-5E00-9488-07BF-EA646DCBC2F1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31" name="直接连接符 430">
                <a:extLst>
                  <a:ext uri="{FF2B5EF4-FFF2-40B4-BE49-F238E27FC236}">
                    <a16:creationId xmlns:a16="http://schemas.microsoft.com/office/drawing/2014/main" id="{AFBED6C8-8163-62AF-AA6F-7697A9DCDF41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文本框 431">
                <a:extLst>
                  <a:ext uri="{FF2B5EF4-FFF2-40B4-BE49-F238E27FC236}">
                    <a16:creationId xmlns:a16="http://schemas.microsoft.com/office/drawing/2014/main" id="{AA50145C-C9AA-D1CF-EF36-D8AD89F87B34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33" name="直接连接符 432">
                <a:extLst>
                  <a:ext uri="{FF2B5EF4-FFF2-40B4-BE49-F238E27FC236}">
                    <a16:creationId xmlns:a16="http://schemas.microsoft.com/office/drawing/2014/main" id="{67596CFE-76C2-ED43-A1C4-C496EC10E36D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4" name="文本框 433">
                <a:extLst>
                  <a:ext uri="{FF2B5EF4-FFF2-40B4-BE49-F238E27FC236}">
                    <a16:creationId xmlns:a16="http://schemas.microsoft.com/office/drawing/2014/main" id="{C1D1E8C0-BECC-8E5E-1307-4AD92CE728B4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06" name="组合 405">
              <a:extLst>
                <a:ext uri="{FF2B5EF4-FFF2-40B4-BE49-F238E27FC236}">
                  <a16:creationId xmlns:a16="http://schemas.microsoft.com/office/drawing/2014/main" id="{14F15875-917A-A095-9A52-6CD4B9E271AF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423" name="矩形: 圆角 422">
                <a:extLst>
                  <a:ext uri="{FF2B5EF4-FFF2-40B4-BE49-F238E27FC236}">
                    <a16:creationId xmlns:a16="http://schemas.microsoft.com/office/drawing/2014/main" id="{55374D36-413C-B690-3CE2-D62AFC1E3AF4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4542B6EE-3FA4-C09D-C8DE-EB8388DA73ED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5" name="直接连接符 424">
                <a:extLst>
                  <a:ext uri="{FF2B5EF4-FFF2-40B4-BE49-F238E27FC236}">
                    <a16:creationId xmlns:a16="http://schemas.microsoft.com/office/drawing/2014/main" id="{1B8ADA13-2521-0D66-CAFA-B143B27A5A76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6" name="文本框 425">
                <a:extLst>
                  <a:ext uri="{FF2B5EF4-FFF2-40B4-BE49-F238E27FC236}">
                    <a16:creationId xmlns:a16="http://schemas.microsoft.com/office/drawing/2014/main" id="{F421CD67-3599-E195-A689-991D0CF747A5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7" name="直接连接符 426">
                <a:extLst>
                  <a:ext uri="{FF2B5EF4-FFF2-40B4-BE49-F238E27FC236}">
                    <a16:creationId xmlns:a16="http://schemas.microsoft.com/office/drawing/2014/main" id="{ACA30A39-F63E-FB8E-5CC0-26301967B8C0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8" name="文本框 427">
                <a:extLst>
                  <a:ext uri="{FF2B5EF4-FFF2-40B4-BE49-F238E27FC236}">
                    <a16:creationId xmlns:a16="http://schemas.microsoft.com/office/drawing/2014/main" id="{F443DEEE-11C2-5963-C282-429C2D0CF6A8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07" name="组合 406">
              <a:extLst>
                <a:ext uri="{FF2B5EF4-FFF2-40B4-BE49-F238E27FC236}">
                  <a16:creationId xmlns:a16="http://schemas.microsoft.com/office/drawing/2014/main" id="{012E43DB-7083-36CA-06AF-C7DC8EDDD953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417" name="矩形: 圆角 416">
                <a:extLst>
                  <a:ext uri="{FF2B5EF4-FFF2-40B4-BE49-F238E27FC236}">
                    <a16:creationId xmlns:a16="http://schemas.microsoft.com/office/drawing/2014/main" id="{FE52F434-C521-2DC5-3BAD-B288654E897B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4EB93C05-0888-7A10-A1C0-16F14467A92F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19" name="直接连接符 418">
                <a:extLst>
                  <a:ext uri="{FF2B5EF4-FFF2-40B4-BE49-F238E27FC236}">
                    <a16:creationId xmlns:a16="http://schemas.microsoft.com/office/drawing/2014/main" id="{13A673A2-B25E-8208-E378-2568E7710944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0" name="文本框 419">
                <a:extLst>
                  <a:ext uri="{FF2B5EF4-FFF2-40B4-BE49-F238E27FC236}">
                    <a16:creationId xmlns:a16="http://schemas.microsoft.com/office/drawing/2014/main" id="{4EE2D835-2067-D2CC-2446-7018721B752C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1" name="直接连接符 420">
                <a:extLst>
                  <a:ext uri="{FF2B5EF4-FFF2-40B4-BE49-F238E27FC236}">
                    <a16:creationId xmlns:a16="http://schemas.microsoft.com/office/drawing/2014/main" id="{ECA91C6F-589F-D285-3741-FDE1D18EB61C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2" name="文本框 421">
                <a:extLst>
                  <a:ext uri="{FF2B5EF4-FFF2-40B4-BE49-F238E27FC236}">
                    <a16:creationId xmlns:a16="http://schemas.microsoft.com/office/drawing/2014/main" id="{19225EEC-E92C-B4E1-7B83-CB7C86064CA9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08" name="组合 407">
              <a:extLst>
                <a:ext uri="{FF2B5EF4-FFF2-40B4-BE49-F238E27FC236}">
                  <a16:creationId xmlns:a16="http://schemas.microsoft.com/office/drawing/2014/main" id="{FA8EFDA9-1EDC-8AA4-5DEB-ADBC1CD5EFA9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413" name="矩形: 圆角 412">
                <a:extLst>
                  <a:ext uri="{FF2B5EF4-FFF2-40B4-BE49-F238E27FC236}">
                    <a16:creationId xmlns:a16="http://schemas.microsoft.com/office/drawing/2014/main" id="{C06293ED-B7B0-78BD-EF09-BC6BE1E8B6AA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4" name="文本框 413">
                <a:extLst>
                  <a:ext uri="{FF2B5EF4-FFF2-40B4-BE49-F238E27FC236}">
                    <a16:creationId xmlns:a16="http://schemas.microsoft.com/office/drawing/2014/main" id="{22238840-1A58-BE79-B963-012B394128DB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15" name="直接连接符 414">
                <a:extLst>
                  <a:ext uri="{FF2B5EF4-FFF2-40B4-BE49-F238E27FC236}">
                    <a16:creationId xmlns:a16="http://schemas.microsoft.com/office/drawing/2014/main" id="{E4B59F79-F985-048C-8112-FFDFFAF98E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66A54316-566D-F31A-60BB-5F48CF25605D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D1C365EF-E3BC-769F-FB0A-88E963F6D223}"/>
                </a:ext>
              </a:extLst>
            </p:cNvPr>
            <p:cNvCxnSpPr>
              <a:cxnSpLocks/>
              <a:stCxn id="41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2492F427-7F9D-86B5-CC7E-4A4397F8CA71}"/>
                </a:ext>
              </a:extLst>
            </p:cNvPr>
            <p:cNvCxnSpPr>
              <a:stCxn id="438" idx="2"/>
              <a:endCxn id="42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>
              <a:extLst>
                <a:ext uri="{FF2B5EF4-FFF2-40B4-BE49-F238E27FC236}">
                  <a16:creationId xmlns:a16="http://schemas.microsoft.com/office/drawing/2014/main" id="{D7601C9D-F5F8-752D-D83F-23C1C7A923EB}"/>
                </a:ext>
              </a:extLst>
            </p:cNvPr>
            <p:cNvCxnSpPr>
              <a:stCxn id="432" idx="2"/>
              <a:endCxn id="42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8F88D7E5-3087-6959-3D5A-374C0377CE42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1" name="组合 440">
            <a:extLst>
              <a:ext uri="{FF2B5EF4-FFF2-40B4-BE49-F238E27FC236}">
                <a16:creationId xmlns:a16="http://schemas.microsoft.com/office/drawing/2014/main" id="{DAB0CEB6-94E7-9C0E-CF66-5C31C5DC194D}"/>
              </a:ext>
            </a:extLst>
          </p:cNvPr>
          <p:cNvGrpSpPr/>
          <p:nvPr/>
        </p:nvGrpSpPr>
        <p:grpSpPr>
          <a:xfrm>
            <a:off x="8769559" y="4044287"/>
            <a:ext cx="1260224" cy="2093191"/>
            <a:chOff x="1221476" y="3534770"/>
            <a:chExt cx="1260224" cy="2093191"/>
          </a:xfrm>
        </p:grpSpPr>
        <p:sp>
          <p:nvSpPr>
            <p:cNvPr id="442" name="矩形 441">
              <a:extLst>
                <a:ext uri="{FF2B5EF4-FFF2-40B4-BE49-F238E27FC236}">
                  <a16:creationId xmlns:a16="http://schemas.microsoft.com/office/drawing/2014/main" id="{11176778-5378-D4A2-5B65-EAC3FFA74E9B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43" name="文本框 442">
              <a:extLst>
                <a:ext uri="{FF2B5EF4-FFF2-40B4-BE49-F238E27FC236}">
                  <a16:creationId xmlns:a16="http://schemas.microsoft.com/office/drawing/2014/main" id="{8C8B1A55-8465-1C60-B063-2F6CB0B7A514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444" name="组合 443">
              <a:extLst>
                <a:ext uri="{FF2B5EF4-FFF2-40B4-BE49-F238E27FC236}">
                  <a16:creationId xmlns:a16="http://schemas.microsoft.com/office/drawing/2014/main" id="{7B59A770-3B06-69D2-2EC9-09D36269B1AB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475" name="矩形: 圆角 474">
                <a:extLst>
                  <a:ext uri="{FF2B5EF4-FFF2-40B4-BE49-F238E27FC236}">
                    <a16:creationId xmlns:a16="http://schemas.microsoft.com/office/drawing/2014/main" id="{99794FE1-30C4-5D23-F86B-600B12DF3B0B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6" name="文本框 475">
                <a:extLst>
                  <a:ext uri="{FF2B5EF4-FFF2-40B4-BE49-F238E27FC236}">
                    <a16:creationId xmlns:a16="http://schemas.microsoft.com/office/drawing/2014/main" id="{213E18DC-2013-1E62-C900-9E2A6FDF683B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7" name="直接连接符 476">
                <a:extLst>
                  <a:ext uri="{FF2B5EF4-FFF2-40B4-BE49-F238E27FC236}">
                    <a16:creationId xmlns:a16="http://schemas.microsoft.com/office/drawing/2014/main" id="{6F07FB2B-FC89-F3C5-E7C2-C70EF125AD89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8" name="文本框 477">
                <a:extLst>
                  <a:ext uri="{FF2B5EF4-FFF2-40B4-BE49-F238E27FC236}">
                    <a16:creationId xmlns:a16="http://schemas.microsoft.com/office/drawing/2014/main" id="{69C05421-C2F7-A26E-71EA-D3B3A04D2EEB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9" name="直接连接符 478">
                <a:extLst>
                  <a:ext uri="{FF2B5EF4-FFF2-40B4-BE49-F238E27FC236}">
                    <a16:creationId xmlns:a16="http://schemas.microsoft.com/office/drawing/2014/main" id="{10D6A584-3C02-7853-EF31-F5CDDCAC5885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0" name="文本框 479">
                <a:extLst>
                  <a:ext uri="{FF2B5EF4-FFF2-40B4-BE49-F238E27FC236}">
                    <a16:creationId xmlns:a16="http://schemas.microsoft.com/office/drawing/2014/main" id="{CB383AA8-F059-1EB3-6515-BF5435584CA7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45" name="组合 444">
              <a:extLst>
                <a:ext uri="{FF2B5EF4-FFF2-40B4-BE49-F238E27FC236}">
                  <a16:creationId xmlns:a16="http://schemas.microsoft.com/office/drawing/2014/main" id="{8689297C-700E-7300-FADD-ABC8293ADCCC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469" name="矩形: 圆角 468">
                <a:extLst>
                  <a:ext uri="{FF2B5EF4-FFF2-40B4-BE49-F238E27FC236}">
                    <a16:creationId xmlns:a16="http://schemas.microsoft.com/office/drawing/2014/main" id="{0D6409A8-3FFB-60FE-28E8-158F34C06B7B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0" name="文本框 469">
                <a:extLst>
                  <a:ext uri="{FF2B5EF4-FFF2-40B4-BE49-F238E27FC236}">
                    <a16:creationId xmlns:a16="http://schemas.microsoft.com/office/drawing/2014/main" id="{CF88C478-97C6-F022-E9B0-C77951AF0875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1" name="直接连接符 470">
                <a:extLst>
                  <a:ext uri="{FF2B5EF4-FFF2-40B4-BE49-F238E27FC236}">
                    <a16:creationId xmlns:a16="http://schemas.microsoft.com/office/drawing/2014/main" id="{06D5557A-EBE0-048C-E20A-80EE51A8AC1C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2" name="文本框 471">
                <a:extLst>
                  <a:ext uri="{FF2B5EF4-FFF2-40B4-BE49-F238E27FC236}">
                    <a16:creationId xmlns:a16="http://schemas.microsoft.com/office/drawing/2014/main" id="{09EA1CEB-CFAE-2DA6-6ED3-AA1829DEDF24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73" name="直接连接符 472">
                <a:extLst>
                  <a:ext uri="{FF2B5EF4-FFF2-40B4-BE49-F238E27FC236}">
                    <a16:creationId xmlns:a16="http://schemas.microsoft.com/office/drawing/2014/main" id="{D47D6524-3CFB-66AB-4DAD-B231E68A2EE2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4" name="文本框 473">
                <a:extLst>
                  <a:ext uri="{FF2B5EF4-FFF2-40B4-BE49-F238E27FC236}">
                    <a16:creationId xmlns:a16="http://schemas.microsoft.com/office/drawing/2014/main" id="{1DDC5B92-175F-71CF-B839-E83530A84AA0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CE2B09AD-619B-BB43-241A-6E5376BE66B2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463" name="矩形: 圆角 462">
                <a:extLst>
                  <a:ext uri="{FF2B5EF4-FFF2-40B4-BE49-F238E27FC236}">
                    <a16:creationId xmlns:a16="http://schemas.microsoft.com/office/drawing/2014/main" id="{2CDD1EAA-BCB4-19BA-F623-DD51B5584BAC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4" name="文本框 463">
                <a:extLst>
                  <a:ext uri="{FF2B5EF4-FFF2-40B4-BE49-F238E27FC236}">
                    <a16:creationId xmlns:a16="http://schemas.microsoft.com/office/drawing/2014/main" id="{56530512-0E44-8879-07E9-B9D097060DC5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65" name="直接连接符 464">
                <a:extLst>
                  <a:ext uri="{FF2B5EF4-FFF2-40B4-BE49-F238E27FC236}">
                    <a16:creationId xmlns:a16="http://schemas.microsoft.com/office/drawing/2014/main" id="{F7AA6BA4-A523-4688-07B7-FF0DCA60ADB0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6" name="文本框 465">
                <a:extLst>
                  <a:ext uri="{FF2B5EF4-FFF2-40B4-BE49-F238E27FC236}">
                    <a16:creationId xmlns:a16="http://schemas.microsoft.com/office/drawing/2014/main" id="{5DEF5885-78DB-66D2-284F-FC78D73AAFC1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67" name="直接连接符 466">
                <a:extLst>
                  <a:ext uri="{FF2B5EF4-FFF2-40B4-BE49-F238E27FC236}">
                    <a16:creationId xmlns:a16="http://schemas.microsoft.com/office/drawing/2014/main" id="{2B979E9B-5AF5-F1B6-2D8E-C0375DD1BAB8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8" name="文本框 467">
                <a:extLst>
                  <a:ext uri="{FF2B5EF4-FFF2-40B4-BE49-F238E27FC236}">
                    <a16:creationId xmlns:a16="http://schemas.microsoft.com/office/drawing/2014/main" id="{74E733AE-FEF5-5D6A-94F6-518250F987C7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47" name="组合 446">
              <a:extLst>
                <a:ext uri="{FF2B5EF4-FFF2-40B4-BE49-F238E27FC236}">
                  <a16:creationId xmlns:a16="http://schemas.microsoft.com/office/drawing/2014/main" id="{2B08C6E6-2496-75CB-963F-527E09A70843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457" name="矩形: 圆角 456">
                <a:extLst>
                  <a:ext uri="{FF2B5EF4-FFF2-40B4-BE49-F238E27FC236}">
                    <a16:creationId xmlns:a16="http://schemas.microsoft.com/office/drawing/2014/main" id="{D2092F96-DA28-E5E1-BF2D-FDBD4F465B65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C1426ACD-5A46-7E7F-F060-8E1AE492C9BE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59" name="直接连接符 458">
                <a:extLst>
                  <a:ext uri="{FF2B5EF4-FFF2-40B4-BE49-F238E27FC236}">
                    <a16:creationId xmlns:a16="http://schemas.microsoft.com/office/drawing/2014/main" id="{2A8734E3-111B-AA93-E9D6-DA0999502A16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76658041-49C7-0B38-8197-F6E7A7316F51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61" name="直接连接符 460">
                <a:extLst>
                  <a:ext uri="{FF2B5EF4-FFF2-40B4-BE49-F238E27FC236}">
                    <a16:creationId xmlns:a16="http://schemas.microsoft.com/office/drawing/2014/main" id="{D8EC3A96-9239-29A8-0E1C-5C75B2399A4B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2" name="文本框 461">
                <a:extLst>
                  <a:ext uri="{FF2B5EF4-FFF2-40B4-BE49-F238E27FC236}">
                    <a16:creationId xmlns:a16="http://schemas.microsoft.com/office/drawing/2014/main" id="{00F0D10E-4417-88A8-B00E-9E5812874E5D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48" name="组合 447">
              <a:extLst>
                <a:ext uri="{FF2B5EF4-FFF2-40B4-BE49-F238E27FC236}">
                  <a16:creationId xmlns:a16="http://schemas.microsoft.com/office/drawing/2014/main" id="{8E75F931-BBCA-7EE8-0C73-6386A73BE0B5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453" name="矩形: 圆角 452">
                <a:extLst>
                  <a:ext uri="{FF2B5EF4-FFF2-40B4-BE49-F238E27FC236}">
                    <a16:creationId xmlns:a16="http://schemas.microsoft.com/office/drawing/2014/main" id="{FF052318-123C-F028-F4B4-A88D431A19F4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4" name="文本框 453">
                <a:extLst>
                  <a:ext uri="{FF2B5EF4-FFF2-40B4-BE49-F238E27FC236}">
                    <a16:creationId xmlns:a16="http://schemas.microsoft.com/office/drawing/2014/main" id="{B23B198F-A94E-7E0E-10D6-86C640D8085F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55" name="直接连接符 454">
                <a:extLst>
                  <a:ext uri="{FF2B5EF4-FFF2-40B4-BE49-F238E27FC236}">
                    <a16:creationId xmlns:a16="http://schemas.microsoft.com/office/drawing/2014/main" id="{F68DC2F8-F03A-A583-1CB6-1D8EB21551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8DC85C4F-B1FC-31C4-B7A7-663FCF93CB0F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449" name="直接连接符 448">
              <a:extLst>
                <a:ext uri="{FF2B5EF4-FFF2-40B4-BE49-F238E27FC236}">
                  <a16:creationId xmlns:a16="http://schemas.microsoft.com/office/drawing/2014/main" id="{24947C0C-4854-9FEB-A3A9-C8D45B4E8B4A}"/>
                </a:ext>
              </a:extLst>
            </p:cNvPr>
            <p:cNvCxnSpPr>
              <a:cxnSpLocks/>
              <a:stCxn id="45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66E4B35F-6E48-99B6-CAE1-3E51CCEDA632}"/>
                </a:ext>
              </a:extLst>
            </p:cNvPr>
            <p:cNvCxnSpPr>
              <a:stCxn id="478" idx="2"/>
              <a:endCxn id="46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A703D874-5A1A-1AD2-FE41-9F13C80FBD74}"/>
                </a:ext>
              </a:extLst>
            </p:cNvPr>
            <p:cNvCxnSpPr>
              <a:stCxn id="472" idx="2"/>
              <a:endCxn id="46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7B8C3F4E-60F7-C555-71EF-D6B175C989F3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236CE88F-082C-2CF4-B96A-B25F6F2902FC}"/>
              </a:ext>
            </a:extLst>
          </p:cNvPr>
          <p:cNvGrpSpPr/>
          <p:nvPr/>
        </p:nvGrpSpPr>
        <p:grpSpPr>
          <a:xfrm>
            <a:off x="10386612" y="3891886"/>
            <a:ext cx="1260224" cy="2093191"/>
            <a:chOff x="1221476" y="3534770"/>
            <a:chExt cx="1260224" cy="2093191"/>
          </a:xfrm>
        </p:grpSpPr>
        <p:sp>
          <p:nvSpPr>
            <p:cNvPr id="482" name="矩形 481">
              <a:extLst>
                <a:ext uri="{FF2B5EF4-FFF2-40B4-BE49-F238E27FC236}">
                  <a16:creationId xmlns:a16="http://schemas.microsoft.com/office/drawing/2014/main" id="{E986658A-FF07-43FA-49C9-BE871CD5AFFB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83" name="文本框 482">
              <a:extLst>
                <a:ext uri="{FF2B5EF4-FFF2-40B4-BE49-F238E27FC236}">
                  <a16:creationId xmlns:a16="http://schemas.microsoft.com/office/drawing/2014/main" id="{8F4AF3DD-19D7-7C63-FD2A-44BC01E3ADAF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484" name="组合 483">
              <a:extLst>
                <a:ext uri="{FF2B5EF4-FFF2-40B4-BE49-F238E27FC236}">
                  <a16:creationId xmlns:a16="http://schemas.microsoft.com/office/drawing/2014/main" id="{B02CDA03-59B9-2F80-41FF-9CFA59E15F3A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515" name="矩形: 圆角 514">
                <a:extLst>
                  <a:ext uri="{FF2B5EF4-FFF2-40B4-BE49-F238E27FC236}">
                    <a16:creationId xmlns:a16="http://schemas.microsoft.com/office/drawing/2014/main" id="{A4FBB127-EA4B-5723-8D9E-C414B5E2DDEA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6" name="文本框 515">
                <a:extLst>
                  <a:ext uri="{FF2B5EF4-FFF2-40B4-BE49-F238E27FC236}">
                    <a16:creationId xmlns:a16="http://schemas.microsoft.com/office/drawing/2014/main" id="{565A65AE-5697-8746-FF19-789E1F674B1C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17" name="直接连接符 516">
                <a:extLst>
                  <a:ext uri="{FF2B5EF4-FFF2-40B4-BE49-F238E27FC236}">
                    <a16:creationId xmlns:a16="http://schemas.microsoft.com/office/drawing/2014/main" id="{AB49A421-9FAE-C0FC-E8AF-9A3BAA5D21C7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8" name="文本框 517">
                <a:extLst>
                  <a:ext uri="{FF2B5EF4-FFF2-40B4-BE49-F238E27FC236}">
                    <a16:creationId xmlns:a16="http://schemas.microsoft.com/office/drawing/2014/main" id="{9F6EBCC6-C63C-3A2E-4A54-062F4C6AAAC8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19" name="直接连接符 518">
                <a:extLst>
                  <a:ext uri="{FF2B5EF4-FFF2-40B4-BE49-F238E27FC236}">
                    <a16:creationId xmlns:a16="http://schemas.microsoft.com/office/drawing/2014/main" id="{25A40974-F060-A209-1CE3-B3973F97F844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文本框 519">
                <a:extLst>
                  <a:ext uri="{FF2B5EF4-FFF2-40B4-BE49-F238E27FC236}">
                    <a16:creationId xmlns:a16="http://schemas.microsoft.com/office/drawing/2014/main" id="{7C1FCD02-DCE1-0ECC-D88D-520C0AB7D642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85" name="组合 484">
              <a:extLst>
                <a:ext uri="{FF2B5EF4-FFF2-40B4-BE49-F238E27FC236}">
                  <a16:creationId xmlns:a16="http://schemas.microsoft.com/office/drawing/2014/main" id="{B31753BC-C423-A62F-E678-1AC6FC155D9C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509" name="矩形: 圆角 508">
                <a:extLst>
                  <a:ext uri="{FF2B5EF4-FFF2-40B4-BE49-F238E27FC236}">
                    <a16:creationId xmlns:a16="http://schemas.microsoft.com/office/drawing/2014/main" id="{094BAE69-A14C-0C0C-D772-22232E9831F4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0" name="文本框 509">
                <a:extLst>
                  <a:ext uri="{FF2B5EF4-FFF2-40B4-BE49-F238E27FC236}">
                    <a16:creationId xmlns:a16="http://schemas.microsoft.com/office/drawing/2014/main" id="{9E02950E-6402-68FA-DF8A-9E386324E4C2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11" name="直接连接符 510">
                <a:extLst>
                  <a:ext uri="{FF2B5EF4-FFF2-40B4-BE49-F238E27FC236}">
                    <a16:creationId xmlns:a16="http://schemas.microsoft.com/office/drawing/2014/main" id="{5147EB5A-E6D7-9400-D90A-3F74171809DB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2" name="文本框 511">
                <a:extLst>
                  <a:ext uri="{FF2B5EF4-FFF2-40B4-BE49-F238E27FC236}">
                    <a16:creationId xmlns:a16="http://schemas.microsoft.com/office/drawing/2014/main" id="{9B57DC26-D685-26D6-4920-1894C3DA141C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13" name="直接连接符 512">
                <a:extLst>
                  <a:ext uri="{FF2B5EF4-FFF2-40B4-BE49-F238E27FC236}">
                    <a16:creationId xmlns:a16="http://schemas.microsoft.com/office/drawing/2014/main" id="{152E4467-C0BA-1226-9504-F06042B759A1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4" name="文本框 513">
                <a:extLst>
                  <a:ext uri="{FF2B5EF4-FFF2-40B4-BE49-F238E27FC236}">
                    <a16:creationId xmlns:a16="http://schemas.microsoft.com/office/drawing/2014/main" id="{56C7A95F-914E-97B9-DE13-5265B3591840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86" name="组合 485">
              <a:extLst>
                <a:ext uri="{FF2B5EF4-FFF2-40B4-BE49-F238E27FC236}">
                  <a16:creationId xmlns:a16="http://schemas.microsoft.com/office/drawing/2014/main" id="{A8783B74-1284-61F3-8D1C-C63F9E63630F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503" name="矩形: 圆角 502">
                <a:extLst>
                  <a:ext uri="{FF2B5EF4-FFF2-40B4-BE49-F238E27FC236}">
                    <a16:creationId xmlns:a16="http://schemas.microsoft.com/office/drawing/2014/main" id="{A3DB96E1-98C7-1DF7-0F2C-DC220D9AFF69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4" name="文本框 503">
                <a:extLst>
                  <a:ext uri="{FF2B5EF4-FFF2-40B4-BE49-F238E27FC236}">
                    <a16:creationId xmlns:a16="http://schemas.microsoft.com/office/drawing/2014/main" id="{7CEE8914-535B-320D-297D-C00572B15D3C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05" name="直接连接符 504">
                <a:extLst>
                  <a:ext uri="{FF2B5EF4-FFF2-40B4-BE49-F238E27FC236}">
                    <a16:creationId xmlns:a16="http://schemas.microsoft.com/office/drawing/2014/main" id="{BC70F0F3-E6D9-3BBD-A871-8D7BE72E4A5E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6" name="文本框 505">
                <a:extLst>
                  <a:ext uri="{FF2B5EF4-FFF2-40B4-BE49-F238E27FC236}">
                    <a16:creationId xmlns:a16="http://schemas.microsoft.com/office/drawing/2014/main" id="{47C65C8D-B74E-3A27-215D-A2EB5B33DB73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07" name="直接连接符 506">
                <a:extLst>
                  <a:ext uri="{FF2B5EF4-FFF2-40B4-BE49-F238E27FC236}">
                    <a16:creationId xmlns:a16="http://schemas.microsoft.com/office/drawing/2014/main" id="{B2657700-6C73-A3DA-5FB4-579173163B01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8" name="文本框 507">
                <a:extLst>
                  <a:ext uri="{FF2B5EF4-FFF2-40B4-BE49-F238E27FC236}">
                    <a16:creationId xmlns:a16="http://schemas.microsoft.com/office/drawing/2014/main" id="{85C035B9-E9F4-4E98-ED25-BB5E552A97BC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87" name="组合 486">
              <a:extLst>
                <a:ext uri="{FF2B5EF4-FFF2-40B4-BE49-F238E27FC236}">
                  <a16:creationId xmlns:a16="http://schemas.microsoft.com/office/drawing/2014/main" id="{2D82C4FE-32FA-AB5C-2B4E-A90FF68869F3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497" name="矩形: 圆角 496">
                <a:extLst>
                  <a:ext uri="{FF2B5EF4-FFF2-40B4-BE49-F238E27FC236}">
                    <a16:creationId xmlns:a16="http://schemas.microsoft.com/office/drawing/2014/main" id="{38CD9E18-8604-833F-7ECB-99A9EED53C1C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8" name="文本框 497">
                <a:extLst>
                  <a:ext uri="{FF2B5EF4-FFF2-40B4-BE49-F238E27FC236}">
                    <a16:creationId xmlns:a16="http://schemas.microsoft.com/office/drawing/2014/main" id="{933BFAAF-41E9-DEFC-698B-06EAF1DD030C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99" name="直接连接符 498">
                <a:extLst>
                  <a:ext uri="{FF2B5EF4-FFF2-40B4-BE49-F238E27FC236}">
                    <a16:creationId xmlns:a16="http://schemas.microsoft.com/office/drawing/2014/main" id="{D1D02633-583D-45C5-6D06-B24468E93831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0" name="文本框 499">
                <a:extLst>
                  <a:ext uri="{FF2B5EF4-FFF2-40B4-BE49-F238E27FC236}">
                    <a16:creationId xmlns:a16="http://schemas.microsoft.com/office/drawing/2014/main" id="{A2C1D3A6-5058-D965-C88E-32AA2109BB1A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01" name="直接连接符 500">
                <a:extLst>
                  <a:ext uri="{FF2B5EF4-FFF2-40B4-BE49-F238E27FC236}">
                    <a16:creationId xmlns:a16="http://schemas.microsoft.com/office/drawing/2014/main" id="{BCA3DC8E-D4CF-D491-9BEF-3B9F2E6CCD86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2" name="文本框 501">
                <a:extLst>
                  <a:ext uri="{FF2B5EF4-FFF2-40B4-BE49-F238E27FC236}">
                    <a16:creationId xmlns:a16="http://schemas.microsoft.com/office/drawing/2014/main" id="{5F8C4CFD-3D95-94DD-8969-469722097833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488" name="组合 487">
              <a:extLst>
                <a:ext uri="{FF2B5EF4-FFF2-40B4-BE49-F238E27FC236}">
                  <a16:creationId xmlns:a16="http://schemas.microsoft.com/office/drawing/2014/main" id="{12D923D4-612F-E688-B9EA-DA27DD44BC35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493" name="矩形: 圆角 492">
                <a:extLst>
                  <a:ext uri="{FF2B5EF4-FFF2-40B4-BE49-F238E27FC236}">
                    <a16:creationId xmlns:a16="http://schemas.microsoft.com/office/drawing/2014/main" id="{D0927B2F-8989-9EED-E82A-43DD5734FB87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4" name="文本框 493">
                <a:extLst>
                  <a:ext uri="{FF2B5EF4-FFF2-40B4-BE49-F238E27FC236}">
                    <a16:creationId xmlns:a16="http://schemas.microsoft.com/office/drawing/2014/main" id="{42D8F3AF-6314-1B87-4306-97216C347ABD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95" name="直接连接符 494">
                <a:extLst>
                  <a:ext uri="{FF2B5EF4-FFF2-40B4-BE49-F238E27FC236}">
                    <a16:creationId xmlns:a16="http://schemas.microsoft.com/office/drawing/2014/main" id="{8761C4C8-B6C9-4CFA-ED95-D6C10C3E71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6" name="文本框 495">
                <a:extLst>
                  <a:ext uri="{FF2B5EF4-FFF2-40B4-BE49-F238E27FC236}">
                    <a16:creationId xmlns:a16="http://schemas.microsoft.com/office/drawing/2014/main" id="{D59F34AF-CE33-8CA4-F7ED-E98B5AD7E53F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9E02D0A9-15CF-B98D-00FD-9150F718E912}"/>
                </a:ext>
              </a:extLst>
            </p:cNvPr>
            <p:cNvCxnSpPr>
              <a:cxnSpLocks/>
              <a:stCxn id="49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>
              <a:extLst>
                <a:ext uri="{FF2B5EF4-FFF2-40B4-BE49-F238E27FC236}">
                  <a16:creationId xmlns:a16="http://schemas.microsoft.com/office/drawing/2014/main" id="{2091209E-3A49-9300-D159-BB96AB702869}"/>
                </a:ext>
              </a:extLst>
            </p:cNvPr>
            <p:cNvCxnSpPr>
              <a:stCxn id="518" idx="2"/>
              <a:endCxn id="50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>
              <a:extLst>
                <a:ext uri="{FF2B5EF4-FFF2-40B4-BE49-F238E27FC236}">
                  <a16:creationId xmlns:a16="http://schemas.microsoft.com/office/drawing/2014/main" id="{415855FF-4D12-AC21-5B06-77121310E4E0}"/>
                </a:ext>
              </a:extLst>
            </p:cNvPr>
            <p:cNvCxnSpPr>
              <a:stCxn id="512" idx="2"/>
              <a:endCxn id="50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>
              <a:extLst>
                <a:ext uri="{FF2B5EF4-FFF2-40B4-BE49-F238E27FC236}">
                  <a16:creationId xmlns:a16="http://schemas.microsoft.com/office/drawing/2014/main" id="{1BA49ACA-D152-736F-7F03-9D582B40A5CE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组合 520">
            <a:extLst>
              <a:ext uri="{FF2B5EF4-FFF2-40B4-BE49-F238E27FC236}">
                <a16:creationId xmlns:a16="http://schemas.microsoft.com/office/drawing/2014/main" id="{3B54AA8A-0388-885E-7616-D2F472422125}"/>
              </a:ext>
            </a:extLst>
          </p:cNvPr>
          <p:cNvGrpSpPr/>
          <p:nvPr/>
        </p:nvGrpSpPr>
        <p:grpSpPr>
          <a:xfrm>
            <a:off x="10539012" y="4044286"/>
            <a:ext cx="1260224" cy="2093191"/>
            <a:chOff x="1221476" y="3534770"/>
            <a:chExt cx="1260224" cy="2093191"/>
          </a:xfrm>
        </p:grpSpPr>
        <p:sp>
          <p:nvSpPr>
            <p:cNvPr id="522" name="矩形 521">
              <a:extLst>
                <a:ext uri="{FF2B5EF4-FFF2-40B4-BE49-F238E27FC236}">
                  <a16:creationId xmlns:a16="http://schemas.microsoft.com/office/drawing/2014/main" id="{71F49B97-1927-DE57-2BB5-ADDB8A2DD1EE}"/>
                </a:ext>
              </a:extLst>
            </p:cNvPr>
            <p:cNvSpPr/>
            <p:nvPr/>
          </p:nvSpPr>
          <p:spPr>
            <a:xfrm>
              <a:off x="1221476" y="353477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23" name="文本框 522">
              <a:extLst>
                <a:ext uri="{FF2B5EF4-FFF2-40B4-BE49-F238E27FC236}">
                  <a16:creationId xmlns:a16="http://schemas.microsoft.com/office/drawing/2014/main" id="{125BCE54-EC61-6B94-E95D-367D6FC0ECCE}"/>
                </a:ext>
              </a:extLst>
            </p:cNvPr>
            <p:cNvSpPr txBox="1"/>
            <p:nvPr/>
          </p:nvSpPr>
          <p:spPr>
            <a:xfrm>
              <a:off x="1455405" y="539712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grpSp>
          <p:nvGrpSpPr>
            <p:cNvPr id="524" name="组合 523">
              <a:extLst>
                <a:ext uri="{FF2B5EF4-FFF2-40B4-BE49-F238E27FC236}">
                  <a16:creationId xmlns:a16="http://schemas.microsoft.com/office/drawing/2014/main" id="{F48D30B4-7E7C-C735-1E53-F0108A050C7B}"/>
                </a:ext>
              </a:extLst>
            </p:cNvPr>
            <p:cNvGrpSpPr/>
            <p:nvPr/>
          </p:nvGrpSpPr>
          <p:grpSpPr>
            <a:xfrm>
              <a:off x="1294059" y="4077794"/>
              <a:ext cx="513282" cy="565622"/>
              <a:chOff x="4098436" y="3571810"/>
              <a:chExt cx="513282" cy="565622"/>
            </a:xfrm>
          </p:grpSpPr>
          <p:sp>
            <p:nvSpPr>
              <p:cNvPr id="555" name="矩形: 圆角 554">
                <a:extLst>
                  <a:ext uri="{FF2B5EF4-FFF2-40B4-BE49-F238E27FC236}">
                    <a16:creationId xmlns:a16="http://schemas.microsoft.com/office/drawing/2014/main" id="{4165CB93-ABAD-EB4E-BCF2-305BE5FE856F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6" name="文本框 555">
                <a:extLst>
                  <a:ext uri="{FF2B5EF4-FFF2-40B4-BE49-F238E27FC236}">
                    <a16:creationId xmlns:a16="http://schemas.microsoft.com/office/drawing/2014/main" id="{79BC1F8D-84E6-9265-AA80-66FF239D2C3D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57" name="直接连接符 556">
                <a:extLst>
                  <a:ext uri="{FF2B5EF4-FFF2-40B4-BE49-F238E27FC236}">
                    <a16:creationId xmlns:a16="http://schemas.microsoft.com/office/drawing/2014/main" id="{F413B057-D548-B588-F028-F4B47BB1079C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E8F7ACA-8B53-A105-2E5C-8680857F0769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59" name="直接连接符 558">
                <a:extLst>
                  <a:ext uri="{FF2B5EF4-FFF2-40B4-BE49-F238E27FC236}">
                    <a16:creationId xmlns:a16="http://schemas.microsoft.com/office/drawing/2014/main" id="{E736C819-1BB9-6681-05B1-92402CA96ECA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0" name="文本框 559">
                <a:extLst>
                  <a:ext uri="{FF2B5EF4-FFF2-40B4-BE49-F238E27FC236}">
                    <a16:creationId xmlns:a16="http://schemas.microsoft.com/office/drawing/2014/main" id="{E4C161C9-AB15-BBE8-B508-68BB5A1D77D4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25" name="组合 524">
              <a:extLst>
                <a:ext uri="{FF2B5EF4-FFF2-40B4-BE49-F238E27FC236}">
                  <a16:creationId xmlns:a16="http://schemas.microsoft.com/office/drawing/2014/main" id="{0DFBDE26-28D5-5BCC-4CEE-7B7B66644E71}"/>
                </a:ext>
              </a:extLst>
            </p:cNvPr>
            <p:cNvGrpSpPr/>
            <p:nvPr/>
          </p:nvGrpSpPr>
          <p:grpSpPr>
            <a:xfrm>
              <a:off x="1916761" y="4077794"/>
              <a:ext cx="513282" cy="565622"/>
              <a:chOff x="4098436" y="3571810"/>
              <a:chExt cx="513282" cy="565622"/>
            </a:xfrm>
          </p:grpSpPr>
          <p:sp>
            <p:nvSpPr>
              <p:cNvPr id="549" name="矩形: 圆角 548">
                <a:extLst>
                  <a:ext uri="{FF2B5EF4-FFF2-40B4-BE49-F238E27FC236}">
                    <a16:creationId xmlns:a16="http://schemas.microsoft.com/office/drawing/2014/main" id="{BFE2801A-70A6-650D-4B89-8FB508E19D68}"/>
                  </a:ext>
                </a:extLst>
              </p:cNvPr>
              <p:cNvSpPr/>
              <p:nvPr/>
            </p:nvSpPr>
            <p:spPr>
              <a:xfrm>
                <a:off x="4148919" y="3616656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1C117243-00B5-F1A9-FE5E-3D99F72B7BCF}"/>
                  </a:ext>
                </a:extLst>
              </p:cNvPr>
              <p:cNvSpPr txBox="1"/>
              <p:nvPr/>
            </p:nvSpPr>
            <p:spPr>
              <a:xfrm>
                <a:off x="4161678" y="3571810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51" name="直接连接符 550">
                <a:extLst>
                  <a:ext uri="{FF2B5EF4-FFF2-40B4-BE49-F238E27FC236}">
                    <a16:creationId xmlns:a16="http://schemas.microsoft.com/office/drawing/2014/main" id="{A8CC1E46-53D7-542E-419A-B3C18CBC9A88}"/>
                  </a:ext>
                </a:extLst>
              </p:cNvPr>
              <p:cNvCxnSpPr/>
              <p:nvPr/>
            </p:nvCxnSpPr>
            <p:spPr>
              <a:xfrm>
                <a:off x="4148919" y="3746311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2" name="文本框 551">
                <a:extLst>
                  <a:ext uri="{FF2B5EF4-FFF2-40B4-BE49-F238E27FC236}">
                    <a16:creationId xmlns:a16="http://schemas.microsoft.com/office/drawing/2014/main" id="{26B7F65C-22DA-4099-2E36-2CFFB2625F77}"/>
                  </a:ext>
                </a:extLst>
              </p:cNvPr>
              <p:cNvSpPr txBox="1"/>
              <p:nvPr/>
            </p:nvSpPr>
            <p:spPr>
              <a:xfrm>
                <a:off x="4098436" y="393737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53" name="直接连接符 552">
                <a:extLst>
                  <a:ext uri="{FF2B5EF4-FFF2-40B4-BE49-F238E27FC236}">
                    <a16:creationId xmlns:a16="http://schemas.microsoft.com/office/drawing/2014/main" id="{DB0F4C80-5C8B-A709-8CED-7CEA2A920CA3}"/>
                  </a:ext>
                </a:extLst>
              </p:cNvPr>
              <p:cNvCxnSpPr/>
              <p:nvPr/>
            </p:nvCxnSpPr>
            <p:spPr>
              <a:xfrm>
                <a:off x="4148918" y="3973820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4" name="文本框 553">
                <a:extLst>
                  <a:ext uri="{FF2B5EF4-FFF2-40B4-BE49-F238E27FC236}">
                    <a16:creationId xmlns:a16="http://schemas.microsoft.com/office/drawing/2014/main" id="{FC3C0564-CBC4-F070-F41C-836E60B84BE7}"/>
                  </a:ext>
                </a:extLst>
              </p:cNvPr>
              <p:cNvSpPr txBox="1"/>
              <p:nvPr/>
            </p:nvSpPr>
            <p:spPr>
              <a:xfrm>
                <a:off x="4163281" y="3750311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26" name="组合 525">
              <a:extLst>
                <a:ext uri="{FF2B5EF4-FFF2-40B4-BE49-F238E27FC236}">
                  <a16:creationId xmlns:a16="http://schemas.microsoft.com/office/drawing/2014/main" id="{94FC2718-1861-AB42-3A77-2487119CC4E4}"/>
                </a:ext>
              </a:extLst>
            </p:cNvPr>
            <p:cNvGrpSpPr/>
            <p:nvPr/>
          </p:nvGrpSpPr>
          <p:grpSpPr>
            <a:xfrm>
              <a:off x="1294059" y="4840120"/>
              <a:ext cx="513282" cy="583646"/>
              <a:chOff x="4328260" y="3356257"/>
              <a:chExt cx="513282" cy="583646"/>
            </a:xfrm>
          </p:grpSpPr>
          <p:sp>
            <p:nvSpPr>
              <p:cNvPr id="543" name="矩形: 圆角 542">
                <a:extLst>
                  <a:ext uri="{FF2B5EF4-FFF2-40B4-BE49-F238E27FC236}">
                    <a16:creationId xmlns:a16="http://schemas.microsoft.com/office/drawing/2014/main" id="{F4CEEBA8-A512-EBAA-0F36-2C3C24E26F27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74BBB9DD-36D8-4ABC-BC87-6D860AE063F2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7B45853E-3810-F9D5-06D8-CABAF05C3AFF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773075C5-20F0-48CD-CD53-78D334639E1F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47" name="直接连接符 546">
                <a:extLst>
                  <a:ext uri="{FF2B5EF4-FFF2-40B4-BE49-F238E27FC236}">
                    <a16:creationId xmlns:a16="http://schemas.microsoft.com/office/drawing/2014/main" id="{B5B812D0-C49A-4AF1-FCE9-379F69E2CAD0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8" name="文本框 547">
                <a:extLst>
                  <a:ext uri="{FF2B5EF4-FFF2-40B4-BE49-F238E27FC236}">
                    <a16:creationId xmlns:a16="http://schemas.microsoft.com/office/drawing/2014/main" id="{4165293A-B56D-B80E-7D4B-A2B4F887BEB4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27" name="组合 526">
              <a:extLst>
                <a:ext uri="{FF2B5EF4-FFF2-40B4-BE49-F238E27FC236}">
                  <a16:creationId xmlns:a16="http://schemas.microsoft.com/office/drawing/2014/main" id="{6332863F-D910-CE2D-786E-3BF84A685987}"/>
                </a:ext>
              </a:extLst>
            </p:cNvPr>
            <p:cNvGrpSpPr/>
            <p:nvPr/>
          </p:nvGrpSpPr>
          <p:grpSpPr>
            <a:xfrm>
              <a:off x="1916761" y="4840120"/>
              <a:ext cx="513282" cy="583646"/>
              <a:chOff x="4328260" y="3356257"/>
              <a:chExt cx="513282" cy="583646"/>
            </a:xfrm>
          </p:grpSpPr>
          <p:sp>
            <p:nvSpPr>
              <p:cNvPr id="537" name="矩形: 圆角 536">
                <a:extLst>
                  <a:ext uri="{FF2B5EF4-FFF2-40B4-BE49-F238E27FC236}">
                    <a16:creationId xmlns:a16="http://schemas.microsoft.com/office/drawing/2014/main" id="{CD79CC57-6E24-1BB0-0109-6634A75DD66A}"/>
                  </a:ext>
                </a:extLst>
              </p:cNvPr>
              <p:cNvSpPr/>
              <p:nvPr/>
            </p:nvSpPr>
            <p:spPr>
              <a:xfrm>
                <a:off x="4383597" y="3388068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3DA0355C-C976-89C8-F8D9-E8F0C2100507}"/>
                  </a:ext>
                </a:extLst>
              </p:cNvPr>
              <p:cNvSpPr txBox="1"/>
              <p:nvPr/>
            </p:nvSpPr>
            <p:spPr>
              <a:xfrm>
                <a:off x="4383597" y="3724459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39" name="直接连接符 538">
                <a:extLst>
                  <a:ext uri="{FF2B5EF4-FFF2-40B4-BE49-F238E27FC236}">
                    <a16:creationId xmlns:a16="http://schemas.microsoft.com/office/drawing/2014/main" id="{DD226349-E214-CDEA-D84D-6E3376217C3A}"/>
                  </a:ext>
                </a:extLst>
              </p:cNvPr>
              <p:cNvCxnSpPr/>
              <p:nvPr/>
            </p:nvCxnSpPr>
            <p:spPr>
              <a:xfrm>
                <a:off x="4383597" y="3749735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0" name="文本框 539">
                <a:extLst>
                  <a:ext uri="{FF2B5EF4-FFF2-40B4-BE49-F238E27FC236}">
                    <a16:creationId xmlns:a16="http://schemas.microsoft.com/office/drawing/2014/main" id="{17251E73-B5B7-6ACD-F4A3-914C3A77461D}"/>
                  </a:ext>
                </a:extLst>
              </p:cNvPr>
              <p:cNvSpPr txBox="1"/>
              <p:nvPr/>
            </p:nvSpPr>
            <p:spPr>
              <a:xfrm>
                <a:off x="4328260" y="3356257"/>
                <a:ext cx="51328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</a:rPr>
                  <a:t>Side Car</a:t>
                </a:r>
                <a:endParaRPr lang="en-CA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41" name="直接连接符 540">
                <a:extLst>
                  <a:ext uri="{FF2B5EF4-FFF2-40B4-BE49-F238E27FC236}">
                    <a16:creationId xmlns:a16="http://schemas.microsoft.com/office/drawing/2014/main" id="{9F1DC4E5-3666-0368-C7E1-BBC82E7B81BE}"/>
                  </a:ext>
                </a:extLst>
              </p:cNvPr>
              <p:cNvCxnSpPr/>
              <p:nvPr/>
            </p:nvCxnSpPr>
            <p:spPr>
              <a:xfrm>
                <a:off x="4383597" y="3529712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4C11500D-E118-550C-4128-ED4172E9E887}"/>
                  </a:ext>
                </a:extLst>
              </p:cNvPr>
              <p:cNvSpPr txBox="1"/>
              <p:nvPr/>
            </p:nvSpPr>
            <p:spPr>
              <a:xfrm>
                <a:off x="4383597" y="3524308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528" name="组合 527">
              <a:extLst>
                <a:ext uri="{FF2B5EF4-FFF2-40B4-BE49-F238E27FC236}">
                  <a16:creationId xmlns:a16="http://schemas.microsoft.com/office/drawing/2014/main" id="{83E63DDB-BFCD-2C55-64FA-0968824F35E1}"/>
                </a:ext>
              </a:extLst>
            </p:cNvPr>
            <p:cNvGrpSpPr/>
            <p:nvPr/>
          </p:nvGrpSpPr>
          <p:grpSpPr>
            <a:xfrm>
              <a:off x="1369931" y="3573259"/>
              <a:ext cx="972736" cy="402650"/>
              <a:chOff x="3875633" y="3653264"/>
              <a:chExt cx="972736" cy="402650"/>
            </a:xfrm>
          </p:grpSpPr>
          <p:sp>
            <p:nvSpPr>
              <p:cNvPr id="533" name="矩形: 圆角 532">
                <a:extLst>
                  <a:ext uri="{FF2B5EF4-FFF2-40B4-BE49-F238E27FC236}">
                    <a16:creationId xmlns:a16="http://schemas.microsoft.com/office/drawing/2014/main" id="{B0F03B79-C669-AD40-4A52-0195E0CA4095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357164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4" name="文本框 533">
                <a:extLst>
                  <a:ext uri="{FF2B5EF4-FFF2-40B4-BE49-F238E27FC236}">
                    <a16:creationId xmlns:a16="http://schemas.microsoft.com/office/drawing/2014/main" id="{DFBF3B29-4F62-431E-9460-3A47756352A6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dirty="0">
                    <a:solidFill>
                      <a:schemeClr val="bg1">
                        <a:lumMod val="50000"/>
                      </a:schemeClr>
                    </a:solidFill>
                  </a:rPr>
                  <a:t>POD</a:t>
                </a:r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35" name="直接连接符 534">
                <a:extLst>
                  <a:ext uri="{FF2B5EF4-FFF2-40B4-BE49-F238E27FC236}">
                    <a16:creationId xmlns:a16="http://schemas.microsoft.com/office/drawing/2014/main" id="{E4424AC2-37E9-EA28-2840-8436E0D0F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6148" y="3851460"/>
                <a:ext cx="951706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文本框 535">
                <a:extLst>
                  <a:ext uri="{FF2B5EF4-FFF2-40B4-BE49-F238E27FC236}">
                    <a16:creationId xmlns:a16="http://schemas.microsoft.com/office/drawing/2014/main" id="{065F0BFA-F992-D529-AA50-0A3A1EDEAD0A}"/>
                  </a:ext>
                </a:extLst>
              </p:cNvPr>
              <p:cNvSpPr txBox="1"/>
              <p:nvPr/>
            </p:nvSpPr>
            <p:spPr>
              <a:xfrm>
                <a:off x="3886148" y="384047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Ingress Controller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AFD3A257-03A6-9DC7-FDF4-189516C8830E}"/>
                </a:ext>
              </a:extLst>
            </p:cNvPr>
            <p:cNvCxnSpPr>
              <a:cxnSpLocks/>
              <a:stCxn id="536" idx="2"/>
            </p:cNvCxnSpPr>
            <p:nvPr/>
          </p:nvCxnSpPr>
          <p:spPr>
            <a:xfrm>
              <a:off x="1861557" y="3975909"/>
              <a:ext cx="0" cy="765859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C4908C64-29A0-71E4-DC27-8641B0A1B60F}"/>
                </a:ext>
              </a:extLst>
            </p:cNvPr>
            <p:cNvCxnSpPr>
              <a:stCxn id="558" idx="2"/>
              <a:endCxn id="546" idx="0"/>
            </p:cNvCxnSpPr>
            <p:nvPr/>
          </p:nvCxnSpPr>
          <p:spPr>
            <a:xfrm>
              <a:off x="1550700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7C011959-B907-49E7-F9BB-9639805BBB3D}"/>
                </a:ext>
              </a:extLst>
            </p:cNvPr>
            <p:cNvCxnSpPr>
              <a:stCxn id="552" idx="2"/>
              <a:endCxn id="540" idx="0"/>
            </p:cNvCxnSpPr>
            <p:nvPr/>
          </p:nvCxnSpPr>
          <p:spPr>
            <a:xfrm>
              <a:off x="2173402" y="4643416"/>
              <a:ext cx="0" cy="19670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>
              <a:extLst>
                <a:ext uri="{FF2B5EF4-FFF2-40B4-BE49-F238E27FC236}">
                  <a16:creationId xmlns:a16="http://schemas.microsoft.com/office/drawing/2014/main" id="{A3274F49-7220-43E5-2DFE-B19CCC8FDAE7}"/>
                </a:ext>
              </a:extLst>
            </p:cNvPr>
            <p:cNvCxnSpPr>
              <a:cxnSpLocks/>
            </p:cNvCxnSpPr>
            <p:nvPr/>
          </p:nvCxnSpPr>
          <p:spPr>
            <a:xfrm>
              <a:off x="1542718" y="4748592"/>
              <a:ext cx="622702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9" name="组合 568">
            <a:extLst>
              <a:ext uri="{FF2B5EF4-FFF2-40B4-BE49-F238E27FC236}">
                <a16:creationId xmlns:a16="http://schemas.microsoft.com/office/drawing/2014/main" id="{A5914D31-62D9-B65D-C052-7D251A2FE999}"/>
              </a:ext>
            </a:extLst>
          </p:cNvPr>
          <p:cNvGrpSpPr/>
          <p:nvPr/>
        </p:nvGrpSpPr>
        <p:grpSpPr>
          <a:xfrm>
            <a:off x="6828218" y="2168107"/>
            <a:ext cx="1278552" cy="369332"/>
            <a:chOff x="2808952" y="1888579"/>
            <a:chExt cx="1278552" cy="369332"/>
          </a:xfrm>
        </p:grpSpPr>
        <p:sp>
          <p:nvSpPr>
            <p:cNvPr id="562" name="矩形: 圆角 561">
              <a:extLst>
                <a:ext uri="{FF2B5EF4-FFF2-40B4-BE49-F238E27FC236}">
                  <a16:creationId xmlns:a16="http://schemas.microsoft.com/office/drawing/2014/main" id="{7ADBFD91-2FCA-86CC-C900-A5F2DF95CB85}"/>
                </a:ext>
              </a:extLst>
            </p:cNvPr>
            <p:cNvSpPr/>
            <p:nvPr/>
          </p:nvSpPr>
          <p:spPr>
            <a:xfrm>
              <a:off x="2811439" y="1917510"/>
              <a:ext cx="1276065" cy="3199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3" name="矩形: 圆角 562">
              <a:extLst>
                <a:ext uri="{FF2B5EF4-FFF2-40B4-BE49-F238E27FC236}">
                  <a16:creationId xmlns:a16="http://schemas.microsoft.com/office/drawing/2014/main" id="{1814C03B-E763-2A2E-81BE-9ED289B91A3A}"/>
                </a:ext>
              </a:extLst>
            </p:cNvPr>
            <p:cNvSpPr/>
            <p:nvPr/>
          </p:nvSpPr>
          <p:spPr>
            <a:xfrm>
              <a:off x="3398293" y="1972101"/>
              <a:ext cx="614149" cy="9553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4" name="椭圆 563">
              <a:extLst>
                <a:ext uri="{FF2B5EF4-FFF2-40B4-BE49-F238E27FC236}">
                  <a16:creationId xmlns:a16="http://schemas.microsoft.com/office/drawing/2014/main" id="{9A27F46A-606A-D7C0-368C-A965E4462481}"/>
                </a:ext>
              </a:extLst>
            </p:cNvPr>
            <p:cNvSpPr/>
            <p:nvPr/>
          </p:nvSpPr>
          <p:spPr>
            <a:xfrm>
              <a:off x="34494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5" name="椭圆 564">
              <a:extLst>
                <a:ext uri="{FF2B5EF4-FFF2-40B4-BE49-F238E27FC236}">
                  <a16:creationId xmlns:a16="http://schemas.microsoft.com/office/drawing/2014/main" id="{ED57AFD4-A410-209B-9914-743B8D0A5532}"/>
                </a:ext>
              </a:extLst>
            </p:cNvPr>
            <p:cNvSpPr/>
            <p:nvPr/>
          </p:nvSpPr>
          <p:spPr>
            <a:xfrm>
              <a:off x="36018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6" name="椭圆 565">
              <a:extLst>
                <a:ext uri="{FF2B5EF4-FFF2-40B4-BE49-F238E27FC236}">
                  <a16:creationId xmlns:a16="http://schemas.microsoft.com/office/drawing/2014/main" id="{A62A09CE-D156-7B1C-D1C9-88C5C0049A76}"/>
                </a:ext>
              </a:extLst>
            </p:cNvPr>
            <p:cNvSpPr/>
            <p:nvPr/>
          </p:nvSpPr>
          <p:spPr>
            <a:xfrm>
              <a:off x="37542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7" name="椭圆 566">
              <a:extLst>
                <a:ext uri="{FF2B5EF4-FFF2-40B4-BE49-F238E27FC236}">
                  <a16:creationId xmlns:a16="http://schemas.microsoft.com/office/drawing/2014/main" id="{F2C1BD62-6CEA-1C5B-DCE1-5E95D4C3F1B4}"/>
                </a:ext>
              </a:extLst>
            </p:cNvPr>
            <p:cNvSpPr/>
            <p:nvPr/>
          </p:nvSpPr>
          <p:spPr>
            <a:xfrm>
              <a:off x="39066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8" name="文本框 567">
              <a:extLst>
                <a:ext uri="{FF2B5EF4-FFF2-40B4-BE49-F238E27FC236}">
                  <a16:creationId xmlns:a16="http://schemas.microsoft.com/office/drawing/2014/main" id="{62C1DF85-8EBD-A6B9-F86F-509F91FAAE41}"/>
                </a:ext>
              </a:extLst>
            </p:cNvPr>
            <p:cNvSpPr txBox="1"/>
            <p:nvPr/>
          </p:nvSpPr>
          <p:spPr>
            <a:xfrm>
              <a:off x="2808952" y="188857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dirty="0">
                  <a:latin typeface="+mn-ea"/>
                </a:rPr>
                <a:t>API</a:t>
              </a:r>
            </a:p>
            <a:p>
              <a:r>
                <a:rPr lang="en-US" altLang="zh-CN" sz="900" dirty="0">
                  <a:latin typeface="+mn-ea"/>
                </a:rPr>
                <a:t>Gateway</a:t>
              </a:r>
              <a:endParaRPr lang="en-CA" sz="900" dirty="0">
                <a:latin typeface="+mn-ea"/>
              </a:endParaRPr>
            </a:p>
          </p:txBody>
        </p:sp>
      </p:grpSp>
      <p:grpSp>
        <p:nvGrpSpPr>
          <p:cNvPr id="570" name="组合 569">
            <a:extLst>
              <a:ext uri="{FF2B5EF4-FFF2-40B4-BE49-F238E27FC236}">
                <a16:creationId xmlns:a16="http://schemas.microsoft.com/office/drawing/2014/main" id="{DCE87E75-D642-5D3F-C164-C0A33BB84EDB}"/>
              </a:ext>
            </a:extLst>
          </p:cNvPr>
          <p:cNvGrpSpPr/>
          <p:nvPr/>
        </p:nvGrpSpPr>
        <p:grpSpPr>
          <a:xfrm>
            <a:off x="8395584" y="2158438"/>
            <a:ext cx="1278552" cy="369332"/>
            <a:chOff x="2808952" y="1888579"/>
            <a:chExt cx="1278552" cy="369332"/>
          </a:xfrm>
        </p:grpSpPr>
        <p:sp>
          <p:nvSpPr>
            <p:cNvPr id="571" name="矩形: 圆角 570">
              <a:extLst>
                <a:ext uri="{FF2B5EF4-FFF2-40B4-BE49-F238E27FC236}">
                  <a16:creationId xmlns:a16="http://schemas.microsoft.com/office/drawing/2014/main" id="{6B64BA5A-85DA-5AE5-E0BE-0751875D8652}"/>
                </a:ext>
              </a:extLst>
            </p:cNvPr>
            <p:cNvSpPr/>
            <p:nvPr/>
          </p:nvSpPr>
          <p:spPr>
            <a:xfrm>
              <a:off x="2811439" y="1917510"/>
              <a:ext cx="1276065" cy="3199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2" name="矩形: 圆角 571">
              <a:extLst>
                <a:ext uri="{FF2B5EF4-FFF2-40B4-BE49-F238E27FC236}">
                  <a16:creationId xmlns:a16="http://schemas.microsoft.com/office/drawing/2014/main" id="{EF18A39A-7682-DD97-EF6A-9DE909245625}"/>
                </a:ext>
              </a:extLst>
            </p:cNvPr>
            <p:cNvSpPr/>
            <p:nvPr/>
          </p:nvSpPr>
          <p:spPr>
            <a:xfrm>
              <a:off x="3398293" y="1972101"/>
              <a:ext cx="614149" cy="9553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3" name="椭圆 572">
              <a:extLst>
                <a:ext uri="{FF2B5EF4-FFF2-40B4-BE49-F238E27FC236}">
                  <a16:creationId xmlns:a16="http://schemas.microsoft.com/office/drawing/2014/main" id="{740941C3-BFF6-382B-82BC-350BCF4937FE}"/>
                </a:ext>
              </a:extLst>
            </p:cNvPr>
            <p:cNvSpPr/>
            <p:nvPr/>
          </p:nvSpPr>
          <p:spPr>
            <a:xfrm>
              <a:off x="34494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4" name="椭圆 573">
              <a:extLst>
                <a:ext uri="{FF2B5EF4-FFF2-40B4-BE49-F238E27FC236}">
                  <a16:creationId xmlns:a16="http://schemas.microsoft.com/office/drawing/2014/main" id="{AC468D6A-488B-5FD6-738F-C2099E2B0CF9}"/>
                </a:ext>
              </a:extLst>
            </p:cNvPr>
            <p:cNvSpPr/>
            <p:nvPr/>
          </p:nvSpPr>
          <p:spPr>
            <a:xfrm>
              <a:off x="36018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5" name="椭圆 574">
              <a:extLst>
                <a:ext uri="{FF2B5EF4-FFF2-40B4-BE49-F238E27FC236}">
                  <a16:creationId xmlns:a16="http://schemas.microsoft.com/office/drawing/2014/main" id="{78E2BA4D-529E-F6FD-E40E-325EEC88D3F3}"/>
                </a:ext>
              </a:extLst>
            </p:cNvPr>
            <p:cNvSpPr/>
            <p:nvPr/>
          </p:nvSpPr>
          <p:spPr>
            <a:xfrm>
              <a:off x="37542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6" name="椭圆 575">
              <a:extLst>
                <a:ext uri="{FF2B5EF4-FFF2-40B4-BE49-F238E27FC236}">
                  <a16:creationId xmlns:a16="http://schemas.microsoft.com/office/drawing/2014/main" id="{0E3423E5-072F-9906-85D6-427FDFD91DAA}"/>
                </a:ext>
              </a:extLst>
            </p:cNvPr>
            <p:cNvSpPr/>
            <p:nvPr/>
          </p:nvSpPr>
          <p:spPr>
            <a:xfrm>
              <a:off x="39066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7" name="文本框 576">
              <a:extLst>
                <a:ext uri="{FF2B5EF4-FFF2-40B4-BE49-F238E27FC236}">
                  <a16:creationId xmlns:a16="http://schemas.microsoft.com/office/drawing/2014/main" id="{52616E83-5B36-F8E4-0A42-3D5C46398ED2}"/>
                </a:ext>
              </a:extLst>
            </p:cNvPr>
            <p:cNvSpPr txBox="1"/>
            <p:nvPr/>
          </p:nvSpPr>
          <p:spPr>
            <a:xfrm>
              <a:off x="2808952" y="188857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dirty="0">
                  <a:latin typeface="+mn-ea"/>
                </a:rPr>
                <a:t>API</a:t>
              </a:r>
            </a:p>
            <a:p>
              <a:r>
                <a:rPr lang="en-US" altLang="zh-CN" sz="900" dirty="0">
                  <a:latin typeface="+mn-ea"/>
                </a:rPr>
                <a:t>Gateway</a:t>
              </a:r>
              <a:endParaRPr lang="en-CA" sz="900" dirty="0">
                <a:latin typeface="+mn-ea"/>
              </a:endParaRPr>
            </a:p>
          </p:txBody>
        </p:sp>
      </p:grp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F65429A3-5DBA-C874-7B61-9B6843CC4C8B}"/>
              </a:ext>
            </a:extLst>
          </p:cNvPr>
          <p:cNvCxnSpPr>
            <a:stCxn id="4" idx="1"/>
          </p:cNvCxnSpPr>
          <p:nvPr/>
        </p:nvCxnSpPr>
        <p:spPr>
          <a:xfrm>
            <a:off x="8256268" y="1792193"/>
            <a:ext cx="0" cy="14578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EC91B56E-4C76-B6DF-4A3A-F1DBFCB86FB7}"/>
              </a:ext>
            </a:extLst>
          </p:cNvPr>
          <p:cNvGrpSpPr/>
          <p:nvPr/>
        </p:nvGrpSpPr>
        <p:grpSpPr>
          <a:xfrm>
            <a:off x="5233808" y="2187369"/>
            <a:ext cx="1278552" cy="369332"/>
            <a:chOff x="2808952" y="1888579"/>
            <a:chExt cx="1278552" cy="36933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6A9EB4D-51F8-1ADA-5A45-31431D538F45}"/>
                </a:ext>
              </a:extLst>
            </p:cNvPr>
            <p:cNvSpPr/>
            <p:nvPr/>
          </p:nvSpPr>
          <p:spPr>
            <a:xfrm>
              <a:off x="2811439" y="1917510"/>
              <a:ext cx="1276065" cy="3199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52F8FA4F-4404-CF24-D9CD-D8E3E5DA42AC}"/>
                </a:ext>
              </a:extLst>
            </p:cNvPr>
            <p:cNvSpPr/>
            <p:nvPr/>
          </p:nvSpPr>
          <p:spPr>
            <a:xfrm>
              <a:off x="3398293" y="1972101"/>
              <a:ext cx="614149" cy="9553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2758D427-FBE3-524E-E914-AE2E49B37E82}"/>
                </a:ext>
              </a:extLst>
            </p:cNvPr>
            <p:cNvSpPr/>
            <p:nvPr/>
          </p:nvSpPr>
          <p:spPr>
            <a:xfrm>
              <a:off x="34494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2807D574-C8AC-2BBD-2AF8-BA7126605751}"/>
                </a:ext>
              </a:extLst>
            </p:cNvPr>
            <p:cNvSpPr/>
            <p:nvPr/>
          </p:nvSpPr>
          <p:spPr>
            <a:xfrm>
              <a:off x="36018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19E7BB5E-6CAF-7A3C-4AA4-BB913140FF97}"/>
                </a:ext>
              </a:extLst>
            </p:cNvPr>
            <p:cNvSpPr/>
            <p:nvPr/>
          </p:nvSpPr>
          <p:spPr>
            <a:xfrm>
              <a:off x="37542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54EF41A7-CF9F-3030-214B-12D741E51DC8}"/>
                </a:ext>
              </a:extLst>
            </p:cNvPr>
            <p:cNvSpPr/>
            <p:nvPr/>
          </p:nvSpPr>
          <p:spPr>
            <a:xfrm>
              <a:off x="39066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2E0E1E78-392A-11E1-EBAE-0EB8C4201C2A}"/>
                </a:ext>
              </a:extLst>
            </p:cNvPr>
            <p:cNvSpPr txBox="1"/>
            <p:nvPr/>
          </p:nvSpPr>
          <p:spPr>
            <a:xfrm>
              <a:off x="2808952" y="188857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dirty="0">
                  <a:latin typeface="+mn-ea"/>
                </a:rPr>
                <a:t>API</a:t>
              </a:r>
            </a:p>
            <a:p>
              <a:r>
                <a:rPr lang="en-US" altLang="zh-CN" sz="900" dirty="0">
                  <a:latin typeface="+mn-ea"/>
                </a:rPr>
                <a:t>Gateway</a:t>
              </a:r>
              <a:endParaRPr lang="en-CA" sz="900" dirty="0">
                <a:latin typeface="+mn-ea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C5D7123-BC16-5CCB-3A1A-DF248562E9EA}"/>
              </a:ext>
            </a:extLst>
          </p:cNvPr>
          <p:cNvGrpSpPr/>
          <p:nvPr/>
        </p:nvGrpSpPr>
        <p:grpSpPr>
          <a:xfrm>
            <a:off x="10019623" y="2135052"/>
            <a:ext cx="1278552" cy="369332"/>
            <a:chOff x="2808952" y="1888579"/>
            <a:chExt cx="1278552" cy="36933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651B9D3D-A36F-836C-9817-D442D99215A6}"/>
                </a:ext>
              </a:extLst>
            </p:cNvPr>
            <p:cNvSpPr/>
            <p:nvPr/>
          </p:nvSpPr>
          <p:spPr>
            <a:xfrm>
              <a:off x="2811439" y="1917510"/>
              <a:ext cx="1276065" cy="3199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1F917A96-8C66-BB66-6EA5-2508017F06A2}"/>
                </a:ext>
              </a:extLst>
            </p:cNvPr>
            <p:cNvSpPr/>
            <p:nvPr/>
          </p:nvSpPr>
          <p:spPr>
            <a:xfrm>
              <a:off x="3398293" y="1972101"/>
              <a:ext cx="614149" cy="9553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E732ADA7-8866-3DFB-75BF-D80D926E2DDB}"/>
                </a:ext>
              </a:extLst>
            </p:cNvPr>
            <p:cNvSpPr/>
            <p:nvPr/>
          </p:nvSpPr>
          <p:spPr>
            <a:xfrm>
              <a:off x="34494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FA206C13-7985-2332-185F-1EE652571ACA}"/>
                </a:ext>
              </a:extLst>
            </p:cNvPr>
            <p:cNvSpPr/>
            <p:nvPr/>
          </p:nvSpPr>
          <p:spPr>
            <a:xfrm>
              <a:off x="36018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5EBB7D36-17F2-0E32-102B-A448AAC683EB}"/>
                </a:ext>
              </a:extLst>
            </p:cNvPr>
            <p:cNvSpPr/>
            <p:nvPr/>
          </p:nvSpPr>
          <p:spPr>
            <a:xfrm>
              <a:off x="37542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7D47B449-F520-E246-911F-9A60953E28B0}"/>
                </a:ext>
              </a:extLst>
            </p:cNvPr>
            <p:cNvSpPr/>
            <p:nvPr/>
          </p:nvSpPr>
          <p:spPr>
            <a:xfrm>
              <a:off x="39066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E37BF73-BC6F-D48F-5D2B-84B398820EBC}"/>
                </a:ext>
              </a:extLst>
            </p:cNvPr>
            <p:cNvSpPr txBox="1"/>
            <p:nvPr/>
          </p:nvSpPr>
          <p:spPr>
            <a:xfrm>
              <a:off x="2808952" y="188857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dirty="0">
                  <a:latin typeface="+mn-ea"/>
                </a:rPr>
                <a:t>API</a:t>
              </a:r>
            </a:p>
            <a:p>
              <a:r>
                <a:rPr lang="en-US" altLang="zh-CN" sz="900" dirty="0">
                  <a:latin typeface="+mn-ea"/>
                </a:rPr>
                <a:t>Gateway</a:t>
              </a:r>
              <a:endParaRPr lang="en-CA" sz="900" dirty="0">
                <a:latin typeface="+mn-ea"/>
              </a:endParaRP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20F1A0B2-65A2-194B-7F40-118E609050AC}"/>
              </a:ext>
            </a:extLst>
          </p:cNvPr>
          <p:cNvSpPr txBox="1"/>
          <p:nvPr/>
        </p:nvSpPr>
        <p:spPr>
          <a:xfrm>
            <a:off x="7768794" y="2490717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API N+M </a:t>
            </a:r>
            <a:r>
              <a:rPr lang="zh-CN" altLang="en-US" sz="1400" dirty="0"/>
              <a:t>集群</a:t>
            </a:r>
            <a:endParaRPr lang="en-CA" sz="1400" dirty="0"/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164D3E5C-4493-F875-B8E8-C08975847E37}"/>
              </a:ext>
            </a:extLst>
          </p:cNvPr>
          <p:cNvCxnSpPr>
            <a:stCxn id="55" idx="2"/>
            <a:endCxn id="5" idx="0"/>
          </p:cNvCxnSpPr>
          <p:nvPr/>
        </p:nvCxnSpPr>
        <p:spPr>
          <a:xfrm rot="5400000">
            <a:off x="6467215" y="1919097"/>
            <a:ext cx="928046" cy="2712730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4B96C0E-69F3-4A1F-FBC0-67A82ED6DA30}"/>
              </a:ext>
            </a:extLst>
          </p:cNvPr>
          <p:cNvCxnSpPr>
            <a:stCxn id="55" idx="2"/>
            <a:endCxn id="76" idx="0"/>
          </p:cNvCxnSpPr>
          <p:nvPr/>
        </p:nvCxnSpPr>
        <p:spPr>
          <a:xfrm rot="5400000">
            <a:off x="7342987" y="2794871"/>
            <a:ext cx="928049" cy="961185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E24B8022-14FE-FE41-5E28-BD50352EB2BB}"/>
              </a:ext>
            </a:extLst>
          </p:cNvPr>
          <p:cNvCxnSpPr>
            <a:stCxn id="55" idx="2"/>
            <a:endCxn id="116" idx="0"/>
          </p:cNvCxnSpPr>
          <p:nvPr/>
        </p:nvCxnSpPr>
        <p:spPr>
          <a:xfrm rot="16200000" flipH="1">
            <a:off x="8227213" y="2871829"/>
            <a:ext cx="928048" cy="807268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38022B3D-AFF6-778C-36EF-659AA4E10E04}"/>
              </a:ext>
            </a:extLst>
          </p:cNvPr>
          <p:cNvCxnSpPr>
            <a:cxnSpLocks/>
            <a:stCxn id="55" idx="2"/>
            <a:endCxn id="160" idx="0"/>
          </p:cNvCxnSpPr>
          <p:nvPr/>
        </p:nvCxnSpPr>
        <p:spPr>
          <a:xfrm rot="16200000" flipH="1">
            <a:off x="9111940" y="1987101"/>
            <a:ext cx="928047" cy="25767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53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DA76-8591-50C2-F039-97A6F4C3B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9A4017B8-75C9-3A37-C837-CFC930E6D902}"/>
              </a:ext>
            </a:extLst>
          </p:cNvPr>
          <p:cNvSpPr/>
          <p:nvPr/>
        </p:nvSpPr>
        <p:spPr>
          <a:xfrm>
            <a:off x="5076967" y="1937982"/>
            <a:ext cx="6421272" cy="87345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95AA2E3-CCAB-0171-AAA9-E9FAC30D3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新的云原生架构</a:t>
            </a:r>
            <a:endParaRPr lang="en-CA" sz="3600" dirty="0"/>
          </a:p>
        </p:txBody>
      </p:sp>
      <p:sp>
        <p:nvSpPr>
          <p:cNvPr id="656" name="内容占位符 655">
            <a:extLst>
              <a:ext uri="{FF2B5EF4-FFF2-40B4-BE49-F238E27FC236}">
                <a16:creationId xmlns:a16="http://schemas.microsoft.com/office/drawing/2014/main" id="{A3F0D781-BE2F-0076-11D8-9F1CBAE66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560" y="1792193"/>
            <a:ext cx="3954441" cy="4495954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优点：</a:t>
            </a:r>
            <a:endParaRPr lang="en-CA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倍性能提升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API GW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可编程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(LUA)</a:t>
            </a:r>
          </a:p>
          <a:p>
            <a:pPr lvl="1"/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API GW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可扩展</a:t>
            </a:r>
            <a:r>
              <a:rPr lang="en-CA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(Plugin)</a:t>
            </a: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成本：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en-CA" altLang="zh-CN" sz="1200" dirty="0">
                <a:latin typeface="等线" panose="02010600030101010101" pitchFamily="2" charset="-122"/>
                <a:ea typeface="等线" panose="02010600030101010101" pitchFamily="2" charset="-122"/>
              </a:rPr>
              <a:t>40</a:t>
            </a:r>
            <a:r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万部署成本</a:t>
            </a:r>
            <a:endParaRPr lang="en-CA" altLang="zh-CN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2"/>
            <a:r>
              <a:rPr lang="en-CA" altLang="zh-CN" sz="1200" dirty="0"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万维护成本</a:t>
            </a:r>
            <a:endParaRPr lang="en-CA" altLang="zh-CN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平滑迁移（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LUA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脚本无缝迁移）</a:t>
            </a:r>
            <a:endParaRPr lang="en-US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Per Node Proxy </a:t>
            </a:r>
          </a:p>
          <a:p>
            <a:pPr lvl="2"/>
            <a:r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降低主机的资源损耗</a:t>
            </a:r>
            <a:endParaRPr lang="en-CA" altLang="zh-CN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缺点：</a:t>
            </a:r>
            <a:endParaRPr lang="en-CA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1"/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API GW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独立硬件设备或者虚拟机</a:t>
            </a:r>
            <a:endParaRPr lang="en-CA" altLang="zh-CN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云形 3">
            <a:extLst>
              <a:ext uri="{FF2B5EF4-FFF2-40B4-BE49-F238E27FC236}">
                <a16:creationId xmlns:a16="http://schemas.microsoft.com/office/drawing/2014/main" id="{30FFABFC-E4BC-5CE5-6BE5-DE8D40438EC8}"/>
              </a:ext>
            </a:extLst>
          </p:cNvPr>
          <p:cNvSpPr/>
          <p:nvPr/>
        </p:nvSpPr>
        <p:spPr>
          <a:xfrm>
            <a:off x="7566386" y="1009936"/>
            <a:ext cx="1379764" cy="783091"/>
          </a:xfrm>
          <a:prstGeom prst="cloud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Internet</a:t>
            </a:r>
          </a:p>
        </p:txBody>
      </p:sp>
      <p:grpSp>
        <p:nvGrpSpPr>
          <p:cNvPr id="569" name="组合 568">
            <a:extLst>
              <a:ext uri="{FF2B5EF4-FFF2-40B4-BE49-F238E27FC236}">
                <a16:creationId xmlns:a16="http://schemas.microsoft.com/office/drawing/2014/main" id="{EEA1E266-CD48-A7A3-6922-C32BB7E82C1E}"/>
              </a:ext>
            </a:extLst>
          </p:cNvPr>
          <p:cNvGrpSpPr/>
          <p:nvPr/>
        </p:nvGrpSpPr>
        <p:grpSpPr>
          <a:xfrm>
            <a:off x="6828218" y="2168107"/>
            <a:ext cx="1278552" cy="369332"/>
            <a:chOff x="2808952" y="1888579"/>
            <a:chExt cx="1278552" cy="369332"/>
          </a:xfrm>
        </p:grpSpPr>
        <p:sp>
          <p:nvSpPr>
            <p:cNvPr id="562" name="矩形: 圆角 561">
              <a:extLst>
                <a:ext uri="{FF2B5EF4-FFF2-40B4-BE49-F238E27FC236}">
                  <a16:creationId xmlns:a16="http://schemas.microsoft.com/office/drawing/2014/main" id="{A498589E-2DEE-E918-0D7C-85B9C907DDB2}"/>
                </a:ext>
              </a:extLst>
            </p:cNvPr>
            <p:cNvSpPr/>
            <p:nvPr/>
          </p:nvSpPr>
          <p:spPr>
            <a:xfrm>
              <a:off x="2811439" y="1917510"/>
              <a:ext cx="1276065" cy="3199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3" name="矩形: 圆角 562">
              <a:extLst>
                <a:ext uri="{FF2B5EF4-FFF2-40B4-BE49-F238E27FC236}">
                  <a16:creationId xmlns:a16="http://schemas.microsoft.com/office/drawing/2014/main" id="{16D7AB37-C9CB-F5A0-8FF4-43425EAA7B84}"/>
                </a:ext>
              </a:extLst>
            </p:cNvPr>
            <p:cNvSpPr/>
            <p:nvPr/>
          </p:nvSpPr>
          <p:spPr>
            <a:xfrm>
              <a:off x="3398293" y="1972101"/>
              <a:ext cx="614149" cy="9553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4" name="椭圆 563">
              <a:extLst>
                <a:ext uri="{FF2B5EF4-FFF2-40B4-BE49-F238E27FC236}">
                  <a16:creationId xmlns:a16="http://schemas.microsoft.com/office/drawing/2014/main" id="{19ED07E8-71DD-91CF-6513-429AF359B4F0}"/>
                </a:ext>
              </a:extLst>
            </p:cNvPr>
            <p:cNvSpPr/>
            <p:nvPr/>
          </p:nvSpPr>
          <p:spPr>
            <a:xfrm>
              <a:off x="34494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5" name="椭圆 564">
              <a:extLst>
                <a:ext uri="{FF2B5EF4-FFF2-40B4-BE49-F238E27FC236}">
                  <a16:creationId xmlns:a16="http://schemas.microsoft.com/office/drawing/2014/main" id="{394B9EF1-9F37-5E80-8851-1A6A5365D251}"/>
                </a:ext>
              </a:extLst>
            </p:cNvPr>
            <p:cNvSpPr/>
            <p:nvPr/>
          </p:nvSpPr>
          <p:spPr>
            <a:xfrm>
              <a:off x="36018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6" name="椭圆 565">
              <a:extLst>
                <a:ext uri="{FF2B5EF4-FFF2-40B4-BE49-F238E27FC236}">
                  <a16:creationId xmlns:a16="http://schemas.microsoft.com/office/drawing/2014/main" id="{ADF7FF11-F168-97E6-F23C-C72CBC5D8499}"/>
                </a:ext>
              </a:extLst>
            </p:cNvPr>
            <p:cNvSpPr/>
            <p:nvPr/>
          </p:nvSpPr>
          <p:spPr>
            <a:xfrm>
              <a:off x="37542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7" name="椭圆 566">
              <a:extLst>
                <a:ext uri="{FF2B5EF4-FFF2-40B4-BE49-F238E27FC236}">
                  <a16:creationId xmlns:a16="http://schemas.microsoft.com/office/drawing/2014/main" id="{396C9329-E806-6F57-E18D-317978AB16B8}"/>
                </a:ext>
              </a:extLst>
            </p:cNvPr>
            <p:cNvSpPr/>
            <p:nvPr/>
          </p:nvSpPr>
          <p:spPr>
            <a:xfrm>
              <a:off x="39066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68" name="文本框 567">
              <a:extLst>
                <a:ext uri="{FF2B5EF4-FFF2-40B4-BE49-F238E27FC236}">
                  <a16:creationId xmlns:a16="http://schemas.microsoft.com/office/drawing/2014/main" id="{435FC29F-5AC0-D4FF-AFAA-D98C4DBE78DA}"/>
                </a:ext>
              </a:extLst>
            </p:cNvPr>
            <p:cNvSpPr txBox="1"/>
            <p:nvPr/>
          </p:nvSpPr>
          <p:spPr>
            <a:xfrm>
              <a:off x="2808952" y="188857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dirty="0">
                  <a:latin typeface="+mn-ea"/>
                </a:rPr>
                <a:t>API</a:t>
              </a:r>
            </a:p>
            <a:p>
              <a:r>
                <a:rPr lang="en-US" altLang="zh-CN" sz="900" dirty="0">
                  <a:latin typeface="+mn-ea"/>
                </a:rPr>
                <a:t>Gateway</a:t>
              </a:r>
              <a:endParaRPr lang="en-CA" sz="900" dirty="0">
                <a:latin typeface="+mn-ea"/>
              </a:endParaRPr>
            </a:p>
          </p:txBody>
        </p:sp>
      </p:grpSp>
      <p:grpSp>
        <p:nvGrpSpPr>
          <p:cNvPr id="570" name="组合 569">
            <a:extLst>
              <a:ext uri="{FF2B5EF4-FFF2-40B4-BE49-F238E27FC236}">
                <a16:creationId xmlns:a16="http://schemas.microsoft.com/office/drawing/2014/main" id="{DE6F506D-9FE1-0250-48C5-359F5B8EC506}"/>
              </a:ext>
            </a:extLst>
          </p:cNvPr>
          <p:cNvGrpSpPr/>
          <p:nvPr/>
        </p:nvGrpSpPr>
        <p:grpSpPr>
          <a:xfrm>
            <a:off x="8395584" y="2158438"/>
            <a:ext cx="1278552" cy="369332"/>
            <a:chOff x="2808952" y="1888579"/>
            <a:chExt cx="1278552" cy="369332"/>
          </a:xfrm>
        </p:grpSpPr>
        <p:sp>
          <p:nvSpPr>
            <p:cNvPr id="571" name="矩形: 圆角 570">
              <a:extLst>
                <a:ext uri="{FF2B5EF4-FFF2-40B4-BE49-F238E27FC236}">
                  <a16:creationId xmlns:a16="http://schemas.microsoft.com/office/drawing/2014/main" id="{ED60B838-043B-889D-B8CA-969E444130D5}"/>
                </a:ext>
              </a:extLst>
            </p:cNvPr>
            <p:cNvSpPr/>
            <p:nvPr/>
          </p:nvSpPr>
          <p:spPr>
            <a:xfrm>
              <a:off x="2811439" y="1917510"/>
              <a:ext cx="1276065" cy="3199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2" name="矩形: 圆角 571">
              <a:extLst>
                <a:ext uri="{FF2B5EF4-FFF2-40B4-BE49-F238E27FC236}">
                  <a16:creationId xmlns:a16="http://schemas.microsoft.com/office/drawing/2014/main" id="{A957A19C-C48A-A411-9F8A-D4739AC2BFF9}"/>
                </a:ext>
              </a:extLst>
            </p:cNvPr>
            <p:cNvSpPr/>
            <p:nvPr/>
          </p:nvSpPr>
          <p:spPr>
            <a:xfrm>
              <a:off x="3398293" y="1972101"/>
              <a:ext cx="614149" cy="9553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3" name="椭圆 572">
              <a:extLst>
                <a:ext uri="{FF2B5EF4-FFF2-40B4-BE49-F238E27FC236}">
                  <a16:creationId xmlns:a16="http://schemas.microsoft.com/office/drawing/2014/main" id="{767BBD44-3427-2375-0C17-B67FF67D60D5}"/>
                </a:ext>
              </a:extLst>
            </p:cNvPr>
            <p:cNvSpPr/>
            <p:nvPr/>
          </p:nvSpPr>
          <p:spPr>
            <a:xfrm>
              <a:off x="34494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4" name="椭圆 573">
              <a:extLst>
                <a:ext uri="{FF2B5EF4-FFF2-40B4-BE49-F238E27FC236}">
                  <a16:creationId xmlns:a16="http://schemas.microsoft.com/office/drawing/2014/main" id="{22504BCD-8C46-76B6-5162-8ED0C84214C9}"/>
                </a:ext>
              </a:extLst>
            </p:cNvPr>
            <p:cNvSpPr/>
            <p:nvPr/>
          </p:nvSpPr>
          <p:spPr>
            <a:xfrm>
              <a:off x="36018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5" name="椭圆 574">
              <a:extLst>
                <a:ext uri="{FF2B5EF4-FFF2-40B4-BE49-F238E27FC236}">
                  <a16:creationId xmlns:a16="http://schemas.microsoft.com/office/drawing/2014/main" id="{364521DB-B95B-319A-71CD-439CBE953C4A}"/>
                </a:ext>
              </a:extLst>
            </p:cNvPr>
            <p:cNvSpPr/>
            <p:nvPr/>
          </p:nvSpPr>
          <p:spPr>
            <a:xfrm>
              <a:off x="37542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6" name="椭圆 575">
              <a:extLst>
                <a:ext uri="{FF2B5EF4-FFF2-40B4-BE49-F238E27FC236}">
                  <a16:creationId xmlns:a16="http://schemas.microsoft.com/office/drawing/2014/main" id="{13349726-97D4-92C2-EBD3-DE6928A0FDD9}"/>
                </a:ext>
              </a:extLst>
            </p:cNvPr>
            <p:cNvSpPr/>
            <p:nvPr/>
          </p:nvSpPr>
          <p:spPr>
            <a:xfrm>
              <a:off x="39066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77" name="文本框 576">
              <a:extLst>
                <a:ext uri="{FF2B5EF4-FFF2-40B4-BE49-F238E27FC236}">
                  <a16:creationId xmlns:a16="http://schemas.microsoft.com/office/drawing/2014/main" id="{04FC2FE4-A72E-9E29-9499-9DE546DBBBA5}"/>
                </a:ext>
              </a:extLst>
            </p:cNvPr>
            <p:cNvSpPr txBox="1"/>
            <p:nvPr/>
          </p:nvSpPr>
          <p:spPr>
            <a:xfrm>
              <a:off x="2808952" y="188857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dirty="0">
                  <a:latin typeface="+mn-ea"/>
                </a:rPr>
                <a:t>API</a:t>
              </a:r>
            </a:p>
            <a:p>
              <a:r>
                <a:rPr lang="en-US" altLang="zh-CN" sz="900" dirty="0">
                  <a:latin typeface="+mn-ea"/>
                </a:rPr>
                <a:t>Gateway</a:t>
              </a:r>
              <a:endParaRPr lang="en-CA" sz="900" dirty="0">
                <a:latin typeface="+mn-ea"/>
              </a:endParaRPr>
            </a:p>
          </p:txBody>
        </p:sp>
      </p:grp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D95B9D50-0E69-3A5F-F028-00975B722755}"/>
              </a:ext>
            </a:extLst>
          </p:cNvPr>
          <p:cNvCxnSpPr>
            <a:stCxn id="4" idx="1"/>
          </p:cNvCxnSpPr>
          <p:nvPr/>
        </p:nvCxnSpPr>
        <p:spPr>
          <a:xfrm>
            <a:off x="8256268" y="1792193"/>
            <a:ext cx="0" cy="14578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8F82EE2E-5416-E4B4-D3C0-5809FB4FB56B}"/>
              </a:ext>
            </a:extLst>
          </p:cNvPr>
          <p:cNvGrpSpPr/>
          <p:nvPr/>
        </p:nvGrpSpPr>
        <p:grpSpPr>
          <a:xfrm>
            <a:off x="5233808" y="2187369"/>
            <a:ext cx="1278552" cy="369332"/>
            <a:chOff x="2808952" y="1888579"/>
            <a:chExt cx="1278552" cy="36933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B6B7A26-5E8E-F52B-77CD-D17F98153B0B}"/>
                </a:ext>
              </a:extLst>
            </p:cNvPr>
            <p:cNvSpPr/>
            <p:nvPr/>
          </p:nvSpPr>
          <p:spPr>
            <a:xfrm>
              <a:off x="2811439" y="1917510"/>
              <a:ext cx="1276065" cy="3199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9526FA76-41BC-5F8A-933B-7967BF855D5A}"/>
                </a:ext>
              </a:extLst>
            </p:cNvPr>
            <p:cNvSpPr/>
            <p:nvPr/>
          </p:nvSpPr>
          <p:spPr>
            <a:xfrm>
              <a:off x="3398293" y="1972101"/>
              <a:ext cx="614149" cy="9553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A3DB2069-DA3C-29F4-9044-E942C886EAF2}"/>
                </a:ext>
              </a:extLst>
            </p:cNvPr>
            <p:cNvSpPr/>
            <p:nvPr/>
          </p:nvSpPr>
          <p:spPr>
            <a:xfrm>
              <a:off x="34494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4D20780-521C-9A55-E3C1-6897770840AF}"/>
                </a:ext>
              </a:extLst>
            </p:cNvPr>
            <p:cNvSpPr/>
            <p:nvPr/>
          </p:nvSpPr>
          <p:spPr>
            <a:xfrm>
              <a:off x="36018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C09A2B08-C97B-883C-6613-5EDA01CBAA70}"/>
                </a:ext>
              </a:extLst>
            </p:cNvPr>
            <p:cNvSpPr/>
            <p:nvPr/>
          </p:nvSpPr>
          <p:spPr>
            <a:xfrm>
              <a:off x="37542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5F3CD66B-28CB-8681-A398-CC64AF5A627F}"/>
                </a:ext>
              </a:extLst>
            </p:cNvPr>
            <p:cNvSpPr/>
            <p:nvPr/>
          </p:nvSpPr>
          <p:spPr>
            <a:xfrm>
              <a:off x="39066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C92C6F2-4D8A-47BA-1E51-018DCBD94287}"/>
                </a:ext>
              </a:extLst>
            </p:cNvPr>
            <p:cNvSpPr txBox="1"/>
            <p:nvPr/>
          </p:nvSpPr>
          <p:spPr>
            <a:xfrm>
              <a:off x="2808952" y="188857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dirty="0">
                  <a:latin typeface="+mn-ea"/>
                </a:rPr>
                <a:t>API</a:t>
              </a:r>
            </a:p>
            <a:p>
              <a:r>
                <a:rPr lang="en-US" altLang="zh-CN" sz="900" dirty="0">
                  <a:latin typeface="+mn-ea"/>
                </a:rPr>
                <a:t>Gateway</a:t>
              </a:r>
              <a:endParaRPr lang="en-CA" sz="900" dirty="0">
                <a:latin typeface="+mn-ea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B64438D-F471-1A20-5452-06625AFDBA6B}"/>
              </a:ext>
            </a:extLst>
          </p:cNvPr>
          <p:cNvGrpSpPr/>
          <p:nvPr/>
        </p:nvGrpSpPr>
        <p:grpSpPr>
          <a:xfrm>
            <a:off x="10019623" y="2135052"/>
            <a:ext cx="1278552" cy="369332"/>
            <a:chOff x="2808952" y="1888579"/>
            <a:chExt cx="1278552" cy="36933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843066D-0895-C9D0-83BA-2ECA2C502E50}"/>
                </a:ext>
              </a:extLst>
            </p:cNvPr>
            <p:cNvSpPr/>
            <p:nvPr/>
          </p:nvSpPr>
          <p:spPr>
            <a:xfrm>
              <a:off x="2811439" y="1917510"/>
              <a:ext cx="1276065" cy="3199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D4434ADC-C8B3-3577-095D-E05CF832C06E}"/>
                </a:ext>
              </a:extLst>
            </p:cNvPr>
            <p:cNvSpPr/>
            <p:nvPr/>
          </p:nvSpPr>
          <p:spPr>
            <a:xfrm>
              <a:off x="3398293" y="1972101"/>
              <a:ext cx="614149" cy="9553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DAC690E2-B582-45F7-6F3A-308559A0A3D6}"/>
                </a:ext>
              </a:extLst>
            </p:cNvPr>
            <p:cNvSpPr/>
            <p:nvPr/>
          </p:nvSpPr>
          <p:spPr>
            <a:xfrm>
              <a:off x="34494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4FC6342-AAB0-7CC2-6BB3-C34F125E0E25}"/>
                </a:ext>
              </a:extLst>
            </p:cNvPr>
            <p:cNvSpPr/>
            <p:nvPr/>
          </p:nvSpPr>
          <p:spPr>
            <a:xfrm>
              <a:off x="36018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E252DB06-F377-4897-8375-3C7986C812EC}"/>
                </a:ext>
              </a:extLst>
            </p:cNvPr>
            <p:cNvSpPr/>
            <p:nvPr/>
          </p:nvSpPr>
          <p:spPr>
            <a:xfrm>
              <a:off x="37542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751B89AB-7CC3-2785-2745-8E82FD4D9DD2}"/>
                </a:ext>
              </a:extLst>
            </p:cNvPr>
            <p:cNvSpPr/>
            <p:nvPr/>
          </p:nvSpPr>
          <p:spPr>
            <a:xfrm>
              <a:off x="3906671" y="2122323"/>
              <a:ext cx="81887" cy="8188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1F2C851-17DB-5430-DE3C-12C5628E26CE}"/>
                </a:ext>
              </a:extLst>
            </p:cNvPr>
            <p:cNvSpPr txBox="1"/>
            <p:nvPr/>
          </p:nvSpPr>
          <p:spPr>
            <a:xfrm>
              <a:off x="2808952" y="1888579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900" dirty="0">
                  <a:latin typeface="+mn-ea"/>
                </a:rPr>
                <a:t>API</a:t>
              </a:r>
            </a:p>
            <a:p>
              <a:r>
                <a:rPr lang="en-US" altLang="zh-CN" sz="900" dirty="0">
                  <a:latin typeface="+mn-ea"/>
                </a:rPr>
                <a:t>Gateway</a:t>
              </a:r>
              <a:endParaRPr lang="en-CA" sz="900" dirty="0">
                <a:latin typeface="+mn-ea"/>
              </a:endParaRP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1CB2888B-0FFF-055D-F175-99AE03C9AC80}"/>
              </a:ext>
            </a:extLst>
          </p:cNvPr>
          <p:cNvSpPr txBox="1"/>
          <p:nvPr/>
        </p:nvSpPr>
        <p:spPr>
          <a:xfrm>
            <a:off x="7768794" y="2490717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API N+M </a:t>
            </a:r>
            <a:r>
              <a:rPr lang="zh-CN" altLang="en-US" sz="1400" dirty="0"/>
              <a:t>集群</a:t>
            </a:r>
            <a:endParaRPr lang="en-CA" sz="1400" dirty="0"/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91330EA6-2F71-5906-9266-A3B1FD0EA15D}"/>
              </a:ext>
            </a:extLst>
          </p:cNvPr>
          <p:cNvCxnSpPr>
            <a:cxnSpLocks/>
            <a:stCxn id="55" idx="2"/>
          </p:cNvCxnSpPr>
          <p:nvPr/>
        </p:nvCxnSpPr>
        <p:spPr>
          <a:xfrm rot="5400000">
            <a:off x="6467215" y="1919097"/>
            <a:ext cx="928046" cy="2712730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291D061E-6FA6-4D72-4F6F-B8B568FF5CF3}"/>
              </a:ext>
            </a:extLst>
          </p:cNvPr>
          <p:cNvCxnSpPr>
            <a:cxnSpLocks/>
            <a:stCxn id="55" idx="2"/>
          </p:cNvCxnSpPr>
          <p:nvPr/>
        </p:nvCxnSpPr>
        <p:spPr>
          <a:xfrm rot="5400000">
            <a:off x="7342987" y="2794871"/>
            <a:ext cx="928049" cy="961185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369BE0D5-81A5-7D94-BF62-01AAE45EBB3D}"/>
              </a:ext>
            </a:extLst>
          </p:cNvPr>
          <p:cNvCxnSpPr>
            <a:cxnSpLocks/>
            <a:stCxn id="55" idx="2"/>
          </p:cNvCxnSpPr>
          <p:nvPr/>
        </p:nvCxnSpPr>
        <p:spPr>
          <a:xfrm rot="16200000" flipH="1">
            <a:off x="8227213" y="2871829"/>
            <a:ext cx="928048" cy="807268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649AD069-E194-521B-72BF-C22B0CFBDA62}"/>
              </a:ext>
            </a:extLst>
          </p:cNvPr>
          <p:cNvCxnSpPr>
            <a:cxnSpLocks/>
            <a:stCxn id="55" idx="2"/>
          </p:cNvCxnSpPr>
          <p:nvPr/>
        </p:nvCxnSpPr>
        <p:spPr>
          <a:xfrm rot="16200000" flipH="1">
            <a:off x="9111940" y="1987101"/>
            <a:ext cx="928047" cy="25767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7" name="组合 626">
            <a:extLst>
              <a:ext uri="{FF2B5EF4-FFF2-40B4-BE49-F238E27FC236}">
                <a16:creationId xmlns:a16="http://schemas.microsoft.com/office/drawing/2014/main" id="{1C251E3C-A2B4-B244-17C6-F5DCC769AD0E}"/>
              </a:ext>
            </a:extLst>
          </p:cNvPr>
          <p:cNvGrpSpPr/>
          <p:nvPr/>
        </p:nvGrpSpPr>
        <p:grpSpPr>
          <a:xfrm>
            <a:off x="4959846" y="3739485"/>
            <a:ext cx="1260224" cy="2093191"/>
            <a:chOff x="1792829" y="2374710"/>
            <a:chExt cx="1260224" cy="2093191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98D99869-CEFA-BFAD-8FEC-A257E62354F1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24DBF3E0-E333-338B-83A2-9C79DDBFDDBB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600" name="文本框 599">
              <a:extLst>
                <a:ext uri="{FF2B5EF4-FFF2-40B4-BE49-F238E27FC236}">
                  <a16:creationId xmlns:a16="http://schemas.microsoft.com/office/drawing/2014/main" id="{B869012E-8363-26D2-C4DB-457A7B72F8AC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605" name="组合 604">
              <a:extLst>
                <a:ext uri="{FF2B5EF4-FFF2-40B4-BE49-F238E27FC236}">
                  <a16:creationId xmlns:a16="http://schemas.microsoft.com/office/drawing/2014/main" id="{80EA15A6-1AA7-16CB-50B2-481989DA288C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599" name="矩形: 圆角 314">
                <a:extLst>
                  <a:ext uri="{FF2B5EF4-FFF2-40B4-BE49-F238E27FC236}">
                    <a16:creationId xmlns:a16="http://schemas.microsoft.com/office/drawing/2014/main" id="{4C214EDE-3A9F-CC88-2AA3-BBF99073E2BA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01" name="直接连接符 316">
                <a:extLst>
                  <a:ext uri="{FF2B5EF4-FFF2-40B4-BE49-F238E27FC236}">
                    <a16:creationId xmlns:a16="http://schemas.microsoft.com/office/drawing/2014/main" id="{97467582-952D-2C92-ED5B-C3F477609728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29DC5977-5F88-17E7-C38E-02391FDE4E84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C774480B-A9B9-757B-9EF9-3A5F8AD05C88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157" name="矩形: 圆角 292">
                <a:extLst>
                  <a:ext uri="{FF2B5EF4-FFF2-40B4-BE49-F238E27FC236}">
                    <a16:creationId xmlns:a16="http://schemas.microsoft.com/office/drawing/2014/main" id="{B924F5AD-EC85-273F-7000-C48409E2B861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72E0DD1-D746-9E85-7A4F-C2EC7A98B8F4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79" name="文本框 578">
                <a:extLst>
                  <a:ext uri="{FF2B5EF4-FFF2-40B4-BE49-F238E27FC236}">
                    <a16:creationId xmlns:a16="http://schemas.microsoft.com/office/drawing/2014/main" id="{4E8ED707-9E8A-A38E-6EE0-F0C199D7DE78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606" name="组合 605">
              <a:extLst>
                <a:ext uri="{FF2B5EF4-FFF2-40B4-BE49-F238E27FC236}">
                  <a16:creationId xmlns:a16="http://schemas.microsoft.com/office/drawing/2014/main" id="{F19D0368-1825-4760-8A52-7FB91197A11D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607" name="矩形: 圆角 314">
                <a:extLst>
                  <a:ext uri="{FF2B5EF4-FFF2-40B4-BE49-F238E27FC236}">
                    <a16:creationId xmlns:a16="http://schemas.microsoft.com/office/drawing/2014/main" id="{E6DAB9AE-3487-7992-4A4F-74AF27A07102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08" name="直接连接符 316">
                <a:extLst>
                  <a:ext uri="{FF2B5EF4-FFF2-40B4-BE49-F238E27FC236}">
                    <a16:creationId xmlns:a16="http://schemas.microsoft.com/office/drawing/2014/main" id="{90C79B54-49BC-A99E-6707-D443A7801A38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9" name="文本框 608">
                <a:extLst>
                  <a:ext uri="{FF2B5EF4-FFF2-40B4-BE49-F238E27FC236}">
                    <a16:creationId xmlns:a16="http://schemas.microsoft.com/office/drawing/2014/main" id="{70F74F62-680F-2371-EC43-4DC5CA297EF6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10" name="组合 609">
              <a:extLst>
                <a:ext uri="{FF2B5EF4-FFF2-40B4-BE49-F238E27FC236}">
                  <a16:creationId xmlns:a16="http://schemas.microsoft.com/office/drawing/2014/main" id="{80EA15A6-1AA7-16CB-50B2-481989DA288C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611" name="矩形: 圆角 314">
                <a:extLst>
                  <a:ext uri="{FF2B5EF4-FFF2-40B4-BE49-F238E27FC236}">
                    <a16:creationId xmlns:a16="http://schemas.microsoft.com/office/drawing/2014/main" id="{4C214EDE-3A9F-CC88-2AA3-BBF99073E2BA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12" name="直接连接符 316">
                <a:extLst>
                  <a:ext uri="{FF2B5EF4-FFF2-40B4-BE49-F238E27FC236}">
                    <a16:creationId xmlns:a16="http://schemas.microsoft.com/office/drawing/2014/main" id="{97467582-952D-2C92-ED5B-C3F477609728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3" name="文本框 603">
                <a:extLst>
                  <a:ext uri="{FF2B5EF4-FFF2-40B4-BE49-F238E27FC236}">
                    <a16:creationId xmlns:a16="http://schemas.microsoft.com/office/drawing/2014/main" id="{29DC5977-5F88-17E7-C38E-02391FDE4E84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14" name="组合 613">
              <a:extLst>
                <a:ext uri="{FF2B5EF4-FFF2-40B4-BE49-F238E27FC236}">
                  <a16:creationId xmlns:a16="http://schemas.microsoft.com/office/drawing/2014/main" id="{A1DA1480-3941-8174-BD1D-DEB5551121CB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615" name="矩形: 圆角 314">
                <a:extLst>
                  <a:ext uri="{FF2B5EF4-FFF2-40B4-BE49-F238E27FC236}">
                    <a16:creationId xmlns:a16="http://schemas.microsoft.com/office/drawing/2014/main" id="{36252169-6A0E-8B3B-7992-C7B61038C804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16" name="直接连接符 316">
                <a:extLst>
                  <a:ext uri="{FF2B5EF4-FFF2-40B4-BE49-F238E27FC236}">
                    <a16:creationId xmlns:a16="http://schemas.microsoft.com/office/drawing/2014/main" id="{924EA00D-6542-0BD1-142F-F3FC8C3BBD37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7" name="文本框 603">
                <a:extLst>
                  <a:ext uri="{FF2B5EF4-FFF2-40B4-BE49-F238E27FC236}">
                    <a16:creationId xmlns:a16="http://schemas.microsoft.com/office/drawing/2014/main" id="{67A8BCF6-B132-F5A6-6D65-B74C8FA648D2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619" name="直线连接符 618">
              <a:extLst>
                <a:ext uri="{FF2B5EF4-FFF2-40B4-BE49-F238E27FC236}">
                  <a16:creationId xmlns:a16="http://schemas.microsoft.com/office/drawing/2014/main" id="{D93C2C9A-7BD4-1FA2-46F9-8BD125686A54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直线连接符 622">
              <a:extLst>
                <a:ext uri="{FF2B5EF4-FFF2-40B4-BE49-F238E27FC236}">
                  <a16:creationId xmlns:a16="http://schemas.microsoft.com/office/drawing/2014/main" id="{C2F5CA87-6BC3-20E8-76A4-0101B75EFE1E}"/>
                </a:ext>
              </a:extLst>
            </p:cNvPr>
            <p:cNvCxnSpPr>
              <a:stCxn id="599" idx="3"/>
              <a:endCxn id="607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直线连接符 624">
              <a:extLst>
                <a:ext uri="{FF2B5EF4-FFF2-40B4-BE49-F238E27FC236}">
                  <a16:creationId xmlns:a16="http://schemas.microsoft.com/office/drawing/2014/main" id="{6E794281-E189-9B45-834D-42334B009618}"/>
                </a:ext>
              </a:extLst>
            </p:cNvPr>
            <p:cNvCxnSpPr>
              <a:stCxn id="615" idx="3"/>
              <a:endCxn id="611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8" name="组合 627">
            <a:extLst>
              <a:ext uri="{FF2B5EF4-FFF2-40B4-BE49-F238E27FC236}">
                <a16:creationId xmlns:a16="http://schemas.microsoft.com/office/drawing/2014/main" id="{F3CA8CD1-CF47-05CD-D6F9-6BB3C32606F0}"/>
              </a:ext>
            </a:extLst>
          </p:cNvPr>
          <p:cNvGrpSpPr/>
          <p:nvPr/>
        </p:nvGrpSpPr>
        <p:grpSpPr>
          <a:xfrm>
            <a:off x="5112246" y="3891885"/>
            <a:ext cx="1260224" cy="2093191"/>
            <a:chOff x="1792829" y="2374710"/>
            <a:chExt cx="1260224" cy="2093191"/>
          </a:xfrm>
        </p:grpSpPr>
        <p:sp>
          <p:nvSpPr>
            <p:cNvPr id="629" name="矩形 628">
              <a:extLst>
                <a:ext uri="{FF2B5EF4-FFF2-40B4-BE49-F238E27FC236}">
                  <a16:creationId xmlns:a16="http://schemas.microsoft.com/office/drawing/2014/main" id="{1D107747-CC62-C13F-1E21-BEB16CC9B66B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630" name="文本框 629">
              <a:extLst>
                <a:ext uri="{FF2B5EF4-FFF2-40B4-BE49-F238E27FC236}">
                  <a16:creationId xmlns:a16="http://schemas.microsoft.com/office/drawing/2014/main" id="{FA1BAF21-AAA7-A344-4F5F-AF5BFE99FDA8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631" name="文本框 630">
              <a:extLst>
                <a:ext uri="{FF2B5EF4-FFF2-40B4-BE49-F238E27FC236}">
                  <a16:creationId xmlns:a16="http://schemas.microsoft.com/office/drawing/2014/main" id="{0D2436D6-2168-5209-88D0-54AF4D1BC733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632" name="组合 631">
              <a:extLst>
                <a:ext uri="{FF2B5EF4-FFF2-40B4-BE49-F238E27FC236}">
                  <a16:creationId xmlns:a16="http://schemas.microsoft.com/office/drawing/2014/main" id="{F9FD83BD-455A-A389-4E55-D3E876467728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652" name="矩形: 圆角 314">
                <a:extLst>
                  <a:ext uri="{FF2B5EF4-FFF2-40B4-BE49-F238E27FC236}">
                    <a16:creationId xmlns:a16="http://schemas.microsoft.com/office/drawing/2014/main" id="{0BC70145-F0F5-C2A8-53BE-06D050483C7A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53" name="直接连接符 316">
                <a:extLst>
                  <a:ext uri="{FF2B5EF4-FFF2-40B4-BE49-F238E27FC236}">
                    <a16:creationId xmlns:a16="http://schemas.microsoft.com/office/drawing/2014/main" id="{FD15F00B-6EE8-368A-40AD-76D6DD6A3C1C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4" name="文本框 653">
                <a:extLst>
                  <a:ext uri="{FF2B5EF4-FFF2-40B4-BE49-F238E27FC236}">
                    <a16:creationId xmlns:a16="http://schemas.microsoft.com/office/drawing/2014/main" id="{AFE54FD1-81CE-4E42-5D57-5C7466235FC5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33" name="组合 632">
              <a:extLst>
                <a:ext uri="{FF2B5EF4-FFF2-40B4-BE49-F238E27FC236}">
                  <a16:creationId xmlns:a16="http://schemas.microsoft.com/office/drawing/2014/main" id="{588C9D91-B56E-8D6B-E43D-6792910C8A52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649" name="矩形: 圆角 292">
                <a:extLst>
                  <a:ext uri="{FF2B5EF4-FFF2-40B4-BE49-F238E27FC236}">
                    <a16:creationId xmlns:a16="http://schemas.microsoft.com/office/drawing/2014/main" id="{10359122-D2F4-641F-A529-D466146C531D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0" name="文本框 649">
                <a:extLst>
                  <a:ext uri="{FF2B5EF4-FFF2-40B4-BE49-F238E27FC236}">
                    <a16:creationId xmlns:a16="http://schemas.microsoft.com/office/drawing/2014/main" id="{89AA56F8-E470-EC1F-67C1-C0FAD9CBCAB9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51" name="文本框 650">
                <a:extLst>
                  <a:ext uri="{FF2B5EF4-FFF2-40B4-BE49-F238E27FC236}">
                    <a16:creationId xmlns:a16="http://schemas.microsoft.com/office/drawing/2014/main" id="{949EDBB9-656E-FE32-1C57-494C29D05B28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634" name="组合 633">
              <a:extLst>
                <a:ext uri="{FF2B5EF4-FFF2-40B4-BE49-F238E27FC236}">
                  <a16:creationId xmlns:a16="http://schemas.microsoft.com/office/drawing/2014/main" id="{DCBCE7F7-6A63-D686-DEFB-04D8A8224A3B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646" name="矩形: 圆角 314">
                <a:extLst>
                  <a:ext uri="{FF2B5EF4-FFF2-40B4-BE49-F238E27FC236}">
                    <a16:creationId xmlns:a16="http://schemas.microsoft.com/office/drawing/2014/main" id="{6320568A-691D-4CBF-DB20-DA00C22631EE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47" name="直接连接符 316">
                <a:extLst>
                  <a:ext uri="{FF2B5EF4-FFF2-40B4-BE49-F238E27FC236}">
                    <a16:creationId xmlns:a16="http://schemas.microsoft.com/office/drawing/2014/main" id="{D6719225-4251-D44E-719A-B7859D61F3EE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8" name="文本框 647">
                <a:extLst>
                  <a:ext uri="{FF2B5EF4-FFF2-40B4-BE49-F238E27FC236}">
                    <a16:creationId xmlns:a16="http://schemas.microsoft.com/office/drawing/2014/main" id="{39A87380-5EC1-916E-0920-DD25C14F985A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35" name="组合 634">
              <a:extLst>
                <a:ext uri="{FF2B5EF4-FFF2-40B4-BE49-F238E27FC236}">
                  <a16:creationId xmlns:a16="http://schemas.microsoft.com/office/drawing/2014/main" id="{24965D76-612E-906E-63D5-2CD54FE9D8F9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643" name="矩形: 圆角 314">
                <a:extLst>
                  <a:ext uri="{FF2B5EF4-FFF2-40B4-BE49-F238E27FC236}">
                    <a16:creationId xmlns:a16="http://schemas.microsoft.com/office/drawing/2014/main" id="{353FC5CF-7202-613D-0550-7584704224BD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44" name="直接连接符 316">
                <a:extLst>
                  <a:ext uri="{FF2B5EF4-FFF2-40B4-BE49-F238E27FC236}">
                    <a16:creationId xmlns:a16="http://schemas.microsoft.com/office/drawing/2014/main" id="{1DF430D1-08D9-D651-FDA5-51B8E1CA2660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5" name="文本框 603">
                <a:extLst>
                  <a:ext uri="{FF2B5EF4-FFF2-40B4-BE49-F238E27FC236}">
                    <a16:creationId xmlns:a16="http://schemas.microsoft.com/office/drawing/2014/main" id="{D3DBE73E-5087-CD5C-AB6C-A9B38A0D15AA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EC7F7B8B-AA55-1668-BF48-5EC1F754F97E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640" name="矩形: 圆角 314">
                <a:extLst>
                  <a:ext uri="{FF2B5EF4-FFF2-40B4-BE49-F238E27FC236}">
                    <a16:creationId xmlns:a16="http://schemas.microsoft.com/office/drawing/2014/main" id="{084A31D1-0760-42FE-696F-6711A0A15008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41" name="直接连接符 316">
                <a:extLst>
                  <a:ext uri="{FF2B5EF4-FFF2-40B4-BE49-F238E27FC236}">
                    <a16:creationId xmlns:a16="http://schemas.microsoft.com/office/drawing/2014/main" id="{8CA24395-6183-9C2C-0D09-17462790CAFB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文本框 603">
                <a:extLst>
                  <a:ext uri="{FF2B5EF4-FFF2-40B4-BE49-F238E27FC236}">
                    <a16:creationId xmlns:a16="http://schemas.microsoft.com/office/drawing/2014/main" id="{0A1A13E1-06E3-7A46-E4A8-B8761AAE6444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637" name="直线连接符 636">
              <a:extLst>
                <a:ext uri="{FF2B5EF4-FFF2-40B4-BE49-F238E27FC236}">
                  <a16:creationId xmlns:a16="http://schemas.microsoft.com/office/drawing/2014/main" id="{FFD1443C-66F5-DD13-8B4A-EBA48FDFD50A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直线连接符 637">
              <a:extLst>
                <a:ext uri="{FF2B5EF4-FFF2-40B4-BE49-F238E27FC236}">
                  <a16:creationId xmlns:a16="http://schemas.microsoft.com/office/drawing/2014/main" id="{C00191F7-4260-3CB8-143F-8B52ECD60AC2}"/>
                </a:ext>
              </a:extLst>
            </p:cNvPr>
            <p:cNvCxnSpPr>
              <a:stCxn id="652" idx="3"/>
              <a:endCxn id="646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直线连接符 638">
              <a:extLst>
                <a:ext uri="{FF2B5EF4-FFF2-40B4-BE49-F238E27FC236}">
                  <a16:creationId xmlns:a16="http://schemas.microsoft.com/office/drawing/2014/main" id="{93310D2C-7A79-9673-50AD-7603B6034281}"/>
                </a:ext>
              </a:extLst>
            </p:cNvPr>
            <p:cNvCxnSpPr>
              <a:stCxn id="640" idx="3"/>
              <a:endCxn id="643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5" name="组合 654">
            <a:extLst>
              <a:ext uri="{FF2B5EF4-FFF2-40B4-BE49-F238E27FC236}">
                <a16:creationId xmlns:a16="http://schemas.microsoft.com/office/drawing/2014/main" id="{92648C96-B4B8-2FAB-D493-F26A025ECEFD}"/>
              </a:ext>
            </a:extLst>
          </p:cNvPr>
          <p:cNvGrpSpPr/>
          <p:nvPr/>
        </p:nvGrpSpPr>
        <p:grpSpPr>
          <a:xfrm>
            <a:off x="5264646" y="4044285"/>
            <a:ext cx="1260224" cy="2093191"/>
            <a:chOff x="1792829" y="2374710"/>
            <a:chExt cx="1260224" cy="2093191"/>
          </a:xfrm>
        </p:grpSpPr>
        <p:sp>
          <p:nvSpPr>
            <p:cNvPr id="657" name="矩形 656">
              <a:extLst>
                <a:ext uri="{FF2B5EF4-FFF2-40B4-BE49-F238E27FC236}">
                  <a16:creationId xmlns:a16="http://schemas.microsoft.com/office/drawing/2014/main" id="{8BEF0FAA-59D2-CE6A-C577-9AD6677C9704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658" name="文本框 657">
              <a:extLst>
                <a:ext uri="{FF2B5EF4-FFF2-40B4-BE49-F238E27FC236}">
                  <a16:creationId xmlns:a16="http://schemas.microsoft.com/office/drawing/2014/main" id="{62AFE690-F7DB-330F-1975-0B1ED6FD7C6C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659" name="文本框 658">
              <a:extLst>
                <a:ext uri="{FF2B5EF4-FFF2-40B4-BE49-F238E27FC236}">
                  <a16:creationId xmlns:a16="http://schemas.microsoft.com/office/drawing/2014/main" id="{8A274F45-2DD7-F1EC-F7A6-E9360B9F1F02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660" name="组合 659">
              <a:extLst>
                <a:ext uri="{FF2B5EF4-FFF2-40B4-BE49-F238E27FC236}">
                  <a16:creationId xmlns:a16="http://schemas.microsoft.com/office/drawing/2014/main" id="{36F66EBE-1B5B-B6D5-E566-FD5277014B6B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680" name="矩形: 圆角 314">
                <a:extLst>
                  <a:ext uri="{FF2B5EF4-FFF2-40B4-BE49-F238E27FC236}">
                    <a16:creationId xmlns:a16="http://schemas.microsoft.com/office/drawing/2014/main" id="{84963EEE-1DB3-84A1-2615-210D9FDA973C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81" name="直接连接符 316">
                <a:extLst>
                  <a:ext uri="{FF2B5EF4-FFF2-40B4-BE49-F238E27FC236}">
                    <a16:creationId xmlns:a16="http://schemas.microsoft.com/office/drawing/2014/main" id="{6197B459-4AE5-C8AA-ABD3-039D21FA7EE1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2" name="文本框 681">
                <a:extLst>
                  <a:ext uri="{FF2B5EF4-FFF2-40B4-BE49-F238E27FC236}">
                    <a16:creationId xmlns:a16="http://schemas.microsoft.com/office/drawing/2014/main" id="{BC3B5054-13D5-B36D-A1BA-0208C873F487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61" name="组合 660">
              <a:extLst>
                <a:ext uri="{FF2B5EF4-FFF2-40B4-BE49-F238E27FC236}">
                  <a16:creationId xmlns:a16="http://schemas.microsoft.com/office/drawing/2014/main" id="{6439A152-BEBC-1F17-BB87-E542BB0FA680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677" name="矩形: 圆角 292">
                <a:extLst>
                  <a:ext uri="{FF2B5EF4-FFF2-40B4-BE49-F238E27FC236}">
                    <a16:creationId xmlns:a16="http://schemas.microsoft.com/office/drawing/2014/main" id="{1A679B57-EF6B-25DB-3EEA-81CE1B0B1DB0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8" name="文本框 677">
                <a:extLst>
                  <a:ext uri="{FF2B5EF4-FFF2-40B4-BE49-F238E27FC236}">
                    <a16:creationId xmlns:a16="http://schemas.microsoft.com/office/drawing/2014/main" id="{3685115A-71EC-325A-4D47-A1BD10B64A41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79" name="文本框 678">
                <a:extLst>
                  <a:ext uri="{FF2B5EF4-FFF2-40B4-BE49-F238E27FC236}">
                    <a16:creationId xmlns:a16="http://schemas.microsoft.com/office/drawing/2014/main" id="{9B02A87A-33C8-C8EA-93E0-959D4723A4DA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662" name="组合 661">
              <a:extLst>
                <a:ext uri="{FF2B5EF4-FFF2-40B4-BE49-F238E27FC236}">
                  <a16:creationId xmlns:a16="http://schemas.microsoft.com/office/drawing/2014/main" id="{B5A23215-4F8A-1A39-AE9F-6298AA3E6EC4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674" name="矩形: 圆角 314">
                <a:extLst>
                  <a:ext uri="{FF2B5EF4-FFF2-40B4-BE49-F238E27FC236}">
                    <a16:creationId xmlns:a16="http://schemas.microsoft.com/office/drawing/2014/main" id="{E95E98B1-1A4C-91D8-10E6-1828217FC287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75" name="直接连接符 316">
                <a:extLst>
                  <a:ext uri="{FF2B5EF4-FFF2-40B4-BE49-F238E27FC236}">
                    <a16:creationId xmlns:a16="http://schemas.microsoft.com/office/drawing/2014/main" id="{9F8B11AC-3E83-BB28-1ED5-47386C102291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F2825FC7-90A1-5536-5728-C09687CCFCA9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63" name="组合 662">
              <a:extLst>
                <a:ext uri="{FF2B5EF4-FFF2-40B4-BE49-F238E27FC236}">
                  <a16:creationId xmlns:a16="http://schemas.microsoft.com/office/drawing/2014/main" id="{00FE9DFD-EC96-6079-175D-9B8A9BCF98BF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671" name="矩形: 圆角 314">
                <a:extLst>
                  <a:ext uri="{FF2B5EF4-FFF2-40B4-BE49-F238E27FC236}">
                    <a16:creationId xmlns:a16="http://schemas.microsoft.com/office/drawing/2014/main" id="{5C1D4B47-4AAF-BC2C-20E9-5401DEB6CF57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72" name="直接连接符 316">
                <a:extLst>
                  <a:ext uri="{FF2B5EF4-FFF2-40B4-BE49-F238E27FC236}">
                    <a16:creationId xmlns:a16="http://schemas.microsoft.com/office/drawing/2014/main" id="{B617DA34-6EE2-769C-ED6F-DE60DD573F01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3" name="文本框 603">
                <a:extLst>
                  <a:ext uri="{FF2B5EF4-FFF2-40B4-BE49-F238E27FC236}">
                    <a16:creationId xmlns:a16="http://schemas.microsoft.com/office/drawing/2014/main" id="{6014498C-8033-FBFA-6161-FA78C6028906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64" name="组合 663">
              <a:extLst>
                <a:ext uri="{FF2B5EF4-FFF2-40B4-BE49-F238E27FC236}">
                  <a16:creationId xmlns:a16="http://schemas.microsoft.com/office/drawing/2014/main" id="{233D249E-7B17-F4F4-A43B-56F1EB125C0E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668" name="矩形: 圆角 314">
                <a:extLst>
                  <a:ext uri="{FF2B5EF4-FFF2-40B4-BE49-F238E27FC236}">
                    <a16:creationId xmlns:a16="http://schemas.microsoft.com/office/drawing/2014/main" id="{F159AA78-69E1-16F4-0568-A303BF2CC23B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69" name="直接连接符 316">
                <a:extLst>
                  <a:ext uri="{FF2B5EF4-FFF2-40B4-BE49-F238E27FC236}">
                    <a16:creationId xmlns:a16="http://schemas.microsoft.com/office/drawing/2014/main" id="{F33025A6-B1E4-C763-0D6C-D9809B0B8060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0" name="文本框 603">
                <a:extLst>
                  <a:ext uri="{FF2B5EF4-FFF2-40B4-BE49-F238E27FC236}">
                    <a16:creationId xmlns:a16="http://schemas.microsoft.com/office/drawing/2014/main" id="{E83665A4-8AB1-CF26-2A64-31E12DF57CDE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665" name="直线连接符 664">
              <a:extLst>
                <a:ext uri="{FF2B5EF4-FFF2-40B4-BE49-F238E27FC236}">
                  <a16:creationId xmlns:a16="http://schemas.microsoft.com/office/drawing/2014/main" id="{5A17F91C-2549-FB32-7229-FCE9BD3D031E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直线连接符 665">
              <a:extLst>
                <a:ext uri="{FF2B5EF4-FFF2-40B4-BE49-F238E27FC236}">
                  <a16:creationId xmlns:a16="http://schemas.microsoft.com/office/drawing/2014/main" id="{9B07F2EB-65E2-7732-9FB6-A5AE7F1B55F0}"/>
                </a:ext>
              </a:extLst>
            </p:cNvPr>
            <p:cNvCxnSpPr>
              <a:stCxn id="680" idx="3"/>
              <a:endCxn id="674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直线连接符 666">
              <a:extLst>
                <a:ext uri="{FF2B5EF4-FFF2-40B4-BE49-F238E27FC236}">
                  <a16:creationId xmlns:a16="http://schemas.microsoft.com/office/drawing/2014/main" id="{FCBD8543-F2B7-AA1D-0CE6-7843724E89AC}"/>
                </a:ext>
              </a:extLst>
            </p:cNvPr>
            <p:cNvCxnSpPr>
              <a:stCxn id="668" idx="3"/>
              <a:endCxn id="671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3" name="组合 682">
            <a:extLst>
              <a:ext uri="{FF2B5EF4-FFF2-40B4-BE49-F238E27FC236}">
                <a16:creationId xmlns:a16="http://schemas.microsoft.com/office/drawing/2014/main" id="{65CCB530-EF70-D066-0FB6-78031F18F81F}"/>
              </a:ext>
            </a:extLst>
          </p:cNvPr>
          <p:cNvGrpSpPr/>
          <p:nvPr/>
        </p:nvGrpSpPr>
        <p:grpSpPr>
          <a:xfrm>
            <a:off x="6706656" y="3754873"/>
            <a:ext cx="1260224" cy="2093191"/>
            <a:chOff x="1792829" y="2374710"/>
            <a:chExt cx="1260224" cy="2093191"/>
          </a:xfrm>
        </p:grpSpPr>
        <p:sp>
          <p:nvSpPr>
            <p:cNvPr id="684" name="矩形 683">
              <a:extLst>
                <a:ext uri="{FF2B5EF4-FFF2-40B4-BE49-F238E27FC236}">
                  <a16:creationId xmlns:a16="http://schemas.microsoft.com/office/drawing/2014/main" id="{C5EF626C-DE5C-B601-32AD-FB45FE3119E8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685" name="文本框 684">
              <a:extLst>
                <a:ext uri="{FF2B5EF4-FFF2-40B4-BE49-F238E27FC236}">
                  <a16:creationId xmlns:a16="http://schemas.microsoft.com/office/drawing/2014/main" id="{698EA46B-2F28-2012-4701-9E59F79FFE3B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686" name="文本框 685">
              <a:extLst>
                <a:ext uri="{FF2B5EF4-FFF2-40B4-BE49-F238E27FC236}">
                  <a16:creationId xmlns:a16="http://schemas.microsoft.com/office/drawing/2014/main" id="{2DB9BD2F-9C97-1270-1643-44AE691D9C33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687" name="组合 686">
              <a:extLst>
                <a:ext uri="{FF2B5EF4-FFF2-40B4-BE49-F238E27FC236}">
                  <a16:creationId xmlns:a16="http://schemas.microsoft.com/office/drawing/2014/main" id="{B5431323-2037-C719-88AF-888B262B2C23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202" name="矩形: 圆角 314">
                <a:extLst>
                  <a:ext uri="{FF2B5EF4-FFF2-40B4-BE49-F238E27FC236}">
                    <a16:creationId xmlns:a16="http://schemas.microsoft.com/office/drawing/2014/main" id="{638B3ADF-5B94-A97A-3D46-FC419749F900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3" name="直接连接符 316">
                <a:extLst>
                  <a:ext uri="{FF2B5EF4-FFF2-40B4-BE49-F238E27FC236}">
                    <a16:creationId xmlns:a16="http://schemas.microsoft.com/office/drawing/2014/main" id="{28E20635-5DB9-E65F-DA50-F0405FA131A0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FACE318A-DC16-3DE3-72CC-6DA40C5FF309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88" name="组合 687">
              <a:extLst>
                <a:ext uri="{FF2B5EF4-FFF2-40B4-BE49-F238E27FC236}">
                  <a16:creationId xmlns:a16="http://schemas.microsoft.com/office/drawing/2014/main" id="{992094C4-FF3D-BC54-2BDD-3541386B5119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199" name="矩形: 圆角 292">
                <a:extLst>
                  <a:ext uri="{FF2B5EF4-FFF2-40B4-BE49-F238E27FC236}">
                    <a16:creationId xmlns:a16="http://schemas.microsoft.com/office/drawing/2014/main" id="{885B5695-1394-04F8-B381-C52766D64D7C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F93F0B5A-4A37-2ADE-9872-A664311B3122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066A7DF6-0FFE-0EC2-2BB1-9D24B9954090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689" name="组合 688">
              <a:extLst>
                <a:ext uri="{FF2B5EF4-FFF2-40B4-BE49-F238E27FC236}">
                  <a16:creationId xmlns:a16="http://schemas.microsoft.com/office/drawing/2014/main" id="{7370EFE1-C121-80C8-96DB-08E343114CB3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701" name="矩形: 圆角 314">
                <a:extLst>
                  <a:ext uri="{FF2B5EF4-FFF2-40B4-BE49-F238E27FC236}">
                    <a16:creationId xmlns:a16="http://schemas.microsoft.com/office/drawing/2014/main" id="{16AF13A1-080B-142E-9283-79781E7F0E98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02" name="直接连接符 316">
                <a:extLst>
                  <a:ext uri="{FF2B5EF4-FFF2-40B4-BE49-F238E27FC236}">
                    <a16:creationId xmlns:a16="http://schemas.microsoft.com/office/drawing/2014/main" id="{A59C7512-9459-811B-F160-594BE9E9288C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3" name="文本框 702">
                <a:extLst>
                  <a:ext uri="{FF2B5EF4-FFF2-40B4-BE49-F238E27FC236}">
                    <a16:creationId xmlns:a16="http://schemas.microsoft.com/office/drawing/2014/main" id="{F4D9BE44-8820-2C18-2129-E5FF504993CD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90" name="组合 689">
              <a:extLst>
                <a:ext uri="{FF2B5EF4-FFF2-40B4-BE49-F238E27FC236}">
                  <a16:creationId xmlns:a16="http://schemas.microsoft.com/office/drawing/2014/main" id="{A42493A0-4B00-2660-CF11-A5AA56FD8422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698" name="矩形: 圆角 314">
                <a:extLst>
                  <a:ext uri="{FF2B5EF4-FFF2-40B4-BE49-F238E27FC236}">
                    <a16:creationId xmlns:a16="http://schemas.microsoft.com/office/drawing/2014/main" id="{6CF7A476-E777-3CF3-2E6D-DEF6CBCE367C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99" name="直接连接符 316">
                <a:extLst>
                  <a:ext uri="{FF2B5EF4-FFF2-40B4-BE49-F238E27FC236}">
                    <a16:creationId xmlns:a16="http://schemas.microsoft.com/office/drawing/2014/main" id="{45D2414D-5E89-C649-1B2B-0DA797FF1FC6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0" name="文本框 603">
                <a:extLst>
                  <a:ext uri="{FF2B5EF4-FFF2-40B4-BE49-F238E27FC236}">
                    <a16:creationId xmlns:a16="http://schemas.microsoft.com/office/drawing/2014/main" id="{967E1FF2-7D80-21E9-DDA0-F165DADFF82C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691" name="组合 690">
              <a:extLst>
                <a:ext uri="{FF2B5EF4-FFF2-40B4-BE49-F238E27FC236}">
                  <a16:creationId xmlns:a16="http://schemas.microsoft.com/office/drawing/2014/main" id="{9E4CB415-7A3A-5A0B-AB20-1CB2E4529A8C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695" name="矩形: 圆角 314">
                <a:extLst>
                  <a:ext uri="{FF2B5EF4-FFF2-40B4-BE49-F238E27FC236}">
                    <a16:creationId xmlns:a16="http://schemas.microsoft.com/office/drawing/2014/main" id="{F2B000D4-E846-CA51-31C4-552F320C0054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96" name="直接连接符 316">
                <a:extLst>
                  <a:ext uri="{FF2B5EF4-FFF2-40B4-BE49-F238E27FC236}">
                    <a16:creationId xmlns:a16="http://schemas.microsoft.com/office/drawing/2014/main" id="{CC6D8492-8208-5000-7352-CBC7C7D72481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7" name="文本框 603">
                <a:extLst>
                  <a:ext uri="{FF2B5EF4-FFF2-40B4-BE49-F238E27FC236}">
                    <a16:creationId xmlns:a16="http://schemas.microsoft.com/office/drawing/2014/main" id="{1C0BCE3D-5D2A-F8B9-140D-C7887ED945EB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692" name="直线连接符 691">
              <a:extLst>
                <a:ext uri="{FF2B5EF4-FFF2-40B4-BE49-F238E27FC236}">
                  <a16:creationId xmlns:a16="http://schemas.microsoft.com/office/drawing/2014/main" id="{C5C56025-58C0-CC13-8BDC-13360FCC2229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直线连接符 692">
              <a:extLst>
                <a:ext uri="{FF2B5EF4-FFF2-40B4-BE49-F238E27FC236}">
                  <a16:creationId xmlns:a16="http://schemas.microsoft.com/office/drawing/2014/main" id="{819186E5-B3E0-1E83-4241-B72B91EAAD68}"/>
                </a:ext>
              </a:extLst>
            </p:cNvPr>
            <p:cNvCxnSpPr>
              <a:stCxn id="202" idx="3"/>
              <a:endCxn id="701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直线连接符 693">
              <a:extLst>
                <a:ext uri="{FF2B5EF4-FFF2-40B4-BE49-F238E27FC236}">
                  <a16:creationId xmlns:a16="http://schemas.microsoft.com/office/drawing/2014/main" id="{AA210B34-2B46-D88C-0987-1B5502E86273}"/>
                </a:ext>
              </a:extLst>
            </p:cNvPr>
            <p:cNvCxnSpPr>
              <a:stCxn id="695" idx="3"/>
              <a:endCxn id="698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7458183A-FA92-D932-8FEF-0DD8D9C211F4}"/>
              </a:ext>
            </a:extLst>
          </p:cNvPr>
          <p:cNvGrpSpPr/>
          <p:nvPr/>
        </p:nvGrpSpPr>
        <p:grpSpPr>
          <a:xfrm>
            <a:off x="6859056" y="3907273"/>
            <a:ext cx="1260224" cy="2093191"/>
            <a:chOff x="1792829" y="2374710"/>
            <a:chExt cx="1260224" cy="2093191"/>
          </a:xfrm>
        </p:grpSpPr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FA61C99D-B18E-A243-EB5A-FED0E9B60AF0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8BBE953C-4514-016F-D8D1-E5A9525CF1C5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BAFAC1B8-867E-9E1C-2C83-D8C7AE86FCC6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E4AC2B29-D63F-60EA-12E7-3EACFB399661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229" name="矩形: 圆角 314">
                <a:extLst>
                  <a:ext uri="{FF2B5EF4-FFF2-40B4-BE49-F238E27FC236}">
                    <a16:creationId xmlns:a16="http://schemas.microsoft.com/office/drawing/2014/main" id="{A5801293-BECD-C0BB-017C-C744D4DC69B8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0" name="直接连接符 316">
                <a:extLst>
                  <a:ext uri="{FF2B5EF4-FFF2-40B4-BE49-F238E27FC236}">
                    <a16:creationId xmlns:a16="http://schemas.microsoft.com/office/drawing/2014/main" id="{6292001B-D4C1-6DF3-1A26-8FDF421BCD56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900A3EC2-DB8B-38D7-37B2-D4CD99CA102F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DC25B317-DE16-29A9-C9DA-1BAA1A3EE840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226" name="矩形: 圆角 292">
                <a:extLst>
                  <a:ext uri="{FF2B5EF4-FFF2-40B4-BE49-F238E27FC236}">
                    <a16:creationId xmlns:a16="http://schemas.microsoft.com/office/drawing/2014/main" id="{FB6250F8-9DE9-322D-259B-6827AF3FED2C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10CE3039-2F26-5D2E-4D36-D10C0DDBEB4F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AEEC1EA1-55D1-378D-65EF-9915818C0D6B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0A4061B6-175A-8FCF-D79D-4F1E9ABCDAF2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223" name="矩形: 圆角 314">
                <a:extLst>
                  <a:ext uri="{FF2B5EF4-FFF2-40B4-BE49-F238E27FC236}">
                    <a16:creationId xmlns:a16="http://schemas.microsoft.com/office/drawing/2014/main" id="{FEAAEBA2-88A7-605A-CDBF-1B22F46D7819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4" name="直接连接符 316">
                <a:extLst>
                  <a:ext uri="{FF2B5EF4-FFF2-40B4-BE49-F238E27FC236}">
                    <a16:creationId xmlns:a16="http://schemas.microsoft.com/office/drawing/2014/main" id="{9F26BDA5-2BD8-D76A-D616-5B3E3A14EE2B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CA126D33-8D9E-8DA4-56DE-7221EBAB17E3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034E242A-564D-F5B7-4D4A-25015D220D49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220" name="矩形: 圆角 314">
                <a:extLst>
                  <a:ext uri="{FF2B5EF4-FFF2-40B4-BE49-F238E27FC236}">
                    <a16:creationId xmlns:a16="http://schemas.microsoft.com/office/drawing/2014/main" id="{CFFDAFB6-9F25-EDED-C5E7-9CE1EFB981D3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1" name="直接连接符 316">
                <a:extLst>
                  <a:ext uri="{FF2B5EF4-FFF2-40B4-BE49-F238E27FC236}">
                    <a16:creationId xmlns:a16="http://schemas.microsoft.com/office/drawing/2014/main" id="{2ED7B474-1E1A-AD5C-9D2E-4C6C0ABD03CB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文本框 603">
                <a:extLst>
                  <a:ext uri="{FF2B5EF4-FFF2-40B4-BE49-F238E27FC236}">
                    <a16:creationId xmlns:a16="http://schemas.microsoft.com/office/drawing/2014/main" id="{5D62C193-7D49-708E-F2A0-2EB3A40CAB29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13" name="组合 212">
              <a:extLst>
                <a:ext uri="{FF2B5EF4-FFF2-40B4-BE49-F238E27FC236}">
                  <a16:creationId xmlns:a16="http://schemas.microsoft.com/office/drawing/2014/main" id="{1E86E695-F1FD-BA6E-E14A-DF455F7A4617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217" name="矩形: 圆角 314">
                <a:extLst>
                  <a:ext uri="{FF2B5EF4-FFF2-40B4-BE49-F238E27FC236}">
                    <a16:creationId xmlns:a16="http://schemas.microsoft.com/office/drawing/2014/main" id="{9393841A-EF1A-7CEA-8763-2D57ABB6E8D8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8" name="直接连接符 316">
                <a:extLst>
                  <a:ext uri="{FF2B5EF4-FFF2-40B4-BE49-F238E27FC236}">
                    <a16:creationId xmlns:a16="http://schemas.microsoft.com/office/drawing/2014/main" id="{3BD2FEDB-0576-D3DB-6939-BBB54AFAF96E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文本框 603">
                <a:extLst>
                  <a:ext uri="{FF2B5EF4-FFF2-40B4-BE49-F238E27FC236}">
                    <a16:creationId xmlns:a16="http://schemas.microsoft.com/office/drawing/2014/main" id="{431C942B-52F3-19AE-2D93-01AEFEEB1944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214" name="直线连接符 213">
              <a:extLst>
                <a:ext uri="{FF2B5EF4-FFF2-40B4-BE49-F238E27FC236}">
                  <a16:creationId xmlns:a16="http://schemas.microsoft.com/office/drawing/2014/main" id="{4D7DEFE3-865B-726B-002D-9E56FD6BFC75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BEAF1184-8FA7-DC25-344C-C6F29646D391}"/>
                </a:ext>
              </a:extLst>
            </p:cNvPr>
            <p:cNvCxnSpPr>
              <a:stCxn id="229" idx="3"/>
              <a:endCxn id="223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线连接符 215">
              <a:extLst>
                <a:ext uri="{FF2B5EF4-FFF2-40B4-BE49-F238E27FC236}">
                  <a16:creationId xmlns:a16="http://schemas.microsoft.com/office/drawing/2014/main" id="{EBF42AA0-15E3-A219-1D9E-4762BA6DDC70}"/>
                </a:ext>
              </a:extLst>
            </p:cNvPr>
            <p:cNvCxnSpPr>
              <a:stCxn id="217" idx="3"/>
              <a:endCxn id="220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4C66E18F-F180-6942-069E-B51FA6FE79A5}"/>
              </a:ext>
            </a:extLst>
          </p:cNvPr>
          <p:cNvGrpSpPr/>
          <p:nvPr/>
        </p:nvGrpSpPr>
        <p:grpSpPr>
          <a:xfrm>
            <a:off x="7011456" y="4059673"/>
            <a:ext cx="1260224" cy="2093191"/>
            <a:chOff x="1792829" y="2374710"/>
            <a:chExt cx="1260224" cy="2093191"/>
          </a:xfrm>
        </p:grpSpPr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4E752A7D-6B8D-86B0-CE04-1FFA5EE0A4E1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234" name="文本框 233">
              <a:extLst>
                <a:ext uri="{FF2B5EF4-FFF2-40B4-BE49-F238E27FC236}">
                  <a16:creationId xmlns:a16="http://schemas.microsoft.com/office/drawing/2014/main" id="{715A0872-617D-E377-55A5-BD9F79063078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29D502B5-88EE-0B5D-4A98-89CB1FB09B2C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27F62EFE-101A-0D80-DA67-6DA60826AF93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719" name="矩形: 圆角 314">
                <a:extLst>
                  <a:ext uri="{FF2B5EF4-FFF2-40B4-BE49-F238E27FC236}">
                    <a16:creationId xmlns:a16="http://schemas.microsoft.com/office/drawing/2014/main" id="{DDFA56E1-B5AC-2AB3-D086-AA018E6EAFC8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20" name="直接连接符 316">
                <a:extLst>
                  <a:ext uri="{FF2B5EF4-FFF2-40B4-BE49-F238E27FC236}">
                    <a16:creationId xmlns:a16="http://schemas.microsoft.com/office/drawing/2014/main" id="{3B2D179B-F605-AF72-EFC6-8D07F08E7B0C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58635E94-654F-0400-58A4-41B696D3A2BD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90C5A80D-1316-F541-FA6C-D64500E8865F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716" name="矩形: 圆角 292">
                <a:extLst>
                  <a:ext uri="{FF2B5EF4-FFF2-40B4-BE49-F238E27FC236}">
                    <a16:creationId xmlns:a16="http://schemas.microsoft.com/office/drawing/2014/main" id="{19574ADF-1582-C25F-DA08-470DE26252BF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7" name="文本框 716">
                <a:extLst>
                  <a:ext uri="{FF2B5EF4-FFF2-40B4-BE49-F238E27FC236}">
                    <a16:creationId xmlns:a16="http://schemas.microsoft.com/office/drawing/2014/main" id="{765C7BAD-6E8F-49E3-DBB1-B0717EAE14FB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18" name="文本框 717">
                <a:extLst>
                  <a:ext uri="{FF2B5EF4-FFF2-40B4-BE49-F238E27FC236}">
                    <a16:creationId xmlns:a16="http://schemas.microsoft.com/office/drawing/2014/main" id="{B16AC276-EB66-10F7-B0E2-7953AEB4CB73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F56E9DC0-D94F-6A09-2970-220D9D82F994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713" name="矩形: 圆角 314">
                <a:extLst>
                  <a:ext uri="{FF2B5EF4-FFF2-40B4-BE49-F238E27FC236}">
                    <a16:creationId xmlns:a16="http://schemas.microsoft.com/office/drawing/2014/main" id="{B389C6AA-BE49-1D7C-CAF6-0F52AF3C8E2C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14" name="直接连接符 316">
                <a:extLst>
                  <a:ext uri="{FF2B5EF4-FFF2-40B4-BE49-F238E27FC236}">
                    <a16:creationId xmlns:a16="http://schemas.microsoft.com/office/drawing/2014/main" id="{C31CAC7A-A436-15C9-23AF-9600BABD7C83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5" name="文本框 714">
                <a:extLst>
                  <a:ext uri="{FF2B5EF4-FFF2-40B4-BE49-F238E27FC236}">
                    <a16:creationId xmlns:a16="http://schemas.microsoft.com/office/drawing/2014/main" id="{5C0FB0E4-070F-85BE-6209-5032460BC36A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76645C0C-93C2-7CA5-F378-6E5B4017C3DF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710" name="矩形: 圆角 314">
                <a:extLst>
                  <a:ext uri="{FF2B5EF4-FFF2-40B4-BE49-F238E27FC236}">
                    <a16:creationId xmlns:a16="http://schemas.microsoft.com/office/drawing/2014/main" id="{5296DA63-A3C4-3343-FD3C-6EB985EB3194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11" name="直接连接符 316">
                <a:extLst>
                  <a:ext uri="{FF2B5EF4-FFF2-40B4-BE49-F238E27FC236}">
                    <a16:creationId xmlns:a16="http://schemas.microsoft.com/office/drawing/2014/main" id="{D2691C91-1414-54DE-5DDC-C3945A06F268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2" name="文本框 603">
                <a:extLst>
                  <a:ext uri="{FF2B5EF4-FFF2-40B4-BE49-F238E27FC236}">
                    <a16:creationId xmlns:a16="http://schemas.microsoft.com/office/drawing/2014/main" id="{F1A1C7B5-DDD7-FED6-2CBE-9396C7648263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240" name="组合 239">
              <a:extLst>
                <a:ext uri="{FF2B5EF4-FFF2-40B4-BE49-F238E27FC236}">
                  <a16:creationId xmlns:a16="http://schemas.microsoft.com/office/drawing/2014/main" id="{805EC459-60EC-3C1E-2B67-D6431CCD2742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707" name="矩形: 圆角 314">
                <a:extLst>
                  <a:ext uri="{FF2B5EF4-FFF2-40B4-BE49-F238E27FC236}">
                    <a16:creationId xmlns:a16="http://schemas.microsoft.com/office/drawing/2014/main" id="{24D12EF3-1F41-977F-1347-D6FDF30646A8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08" name="直接连接符 316">
                <a:extLst>
                  <a:ext uri="{FF2B5EF4-FFF2-40B4-BE49-F238E27FC236}">
                    <a16:creationId xmlns:a16="http://schemas.microsoft.com/office/drawing/2014/main" id="{46C5A60B-5627-3780-EF49-99C23E9823CE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9" name="文本框 603">
                <a:extLst>
                  <a:ext uri="{FF2B5EF4-FFF2-40B4-BE49-F238E27FC236}">
                    <a16:creationId xmlns:a16="http://schemas.microsoft.com/office/drawing/2014/main" id="{9DE65C0B-39A2-C33E-B238-9B75DADDB702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704" name="直线连接符 703">
              <a:extLst>
                <a:ext uri="{FF2B5EF4-FFF2-40B4-BE49-F238E27FC236}">
                  <a16:creationId xmlns:a16="http://schemas.microsoft.com/office/drawing/2014/main" id="{7A78930F-58BB-0CF2-6DB9-38A38F05986D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直线连接符 704">
              <a:extLst>
                <a:ext uri="{FF2B5EF4-FFF2-40B4-BE49-F238E27FC236}">
                  <a16:creationId xmlns:a16="http://schemas.microsoft.com/office/drawing/2014/main" id="{0475908C-6229-FE26-0D3D-DEC5D66F6A33}"/>
                </a:ext>
              </a:extLst>
            </p:cNvPr>
            <p:cNvCxnSpPr>
              <a:stCxn id="719" idx="3"/>
              <a:endCxn id="713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直线连接符 705">
              <a:extLst>
                <a:ext uri="{FF2B5EF4-FFF2-40B4-BE49-F238E27FC236}">
                  <a16:creationId xmlns:a16="http://schemas.microsoft.com/office/drawing/2014/main" id="{006A6543-0E07-7C5D-6D43-BC1153929DBB}"/>
                </a:ext>
              </a:extLst>
            </p:cNvPr>
            <p:cNvCxnSpPr>
              <a:stCxn id="707" idx="3"/>
              <a:endCxn id="710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2" name="组合 721">
            <a:extLst>
              <a:ext uri="{FF2B5EF4-FFF2-40B4-BE49-F238E27FC236}">
                <a16:creationId xmlns:a16="http://schemas.microsoft.com/office/drawing/2014/main" id="{B404025E-A285-F847-294A-4A7E4E07EEE0}"/>
              </a:ext>
            </a:extLst>
          </p:cNvPr>
          <p:cNvGrpSpPr/>
          <p:nvPr/>
        </p:nvGrpSpPr>
        <p:grpSpPr>
          <a:xfrm>
            <a:off x="8424079" y="3748777"/>
            <a:ext cx="1260224" cy="2093191"/>
            <a:chOff x="1792829" y="2374710"/>
            <a:chExt cx="1260224" cy="2093191"/>
          </a:xfrm>
        </p:grpSpPr>
        <p:sp>
          <p:nvSpPr>
            <p:cNvPr id="723" name="矩形 722">
              <a:extLst>
                <a:ext uri="{FF2B5EF4-FFF2-40B4-BE49-F238E27FC236}">
                  <a16:creationId xmlns:a16="http://schemas.microsoft.com/office/drawing/2014/main" id="{C2B9C1AC-EDAC-DE64-2C2B-6DEDD325168A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724" name="文本框 723">
              <a:extLst>
                <a:ext uri="{FF2B5EF4-FFF2-40B4-BE49-F238E27FC236}">
                  <a16:creationId xmlns:a16="http://schemas.microsoft.com/office/drawing/2014/main" id="{A83CE15A-550C-46D4-10BA-36024B7E2C8E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725" name="文本框 724">
              <a:extLst>
                <a:ext uri="{FF2B5EF4-FFF2-40B4-BE49-F238E27FC236}">
                  <a16:creationId xmlns:a16="http://schemas.microsoft.com/office/drawing/2014/main" id="{B150EE83-CA5C-5880-D0C0-4376EFD53431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726" name="组合 725">
              <a:extLst>
                <a:ext uri="{FF2B5EF4-FFF2-40B4-BE49-F238E27FC236}">
                  <a16:creationId xmlns:a16="http://schemas.microsoft.com/office/drawing/2014/main" id="{0E31801F-7B2B-A8CC-DE94-FC88D7E0ED49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746" name="矩形: 圆角 314">
                <a:extLst>
                  <a:ext uri="{FF2B5EF4-FFF2-40B4-BE49-F238E27FC236}">
                    <a16:creationId xmlns:a16="http://schemas.microsoft.com/office/drawing/2014/main" id="{D51C184D-D9E6-C58C-F841-896159F6B48F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47" name="直接连接符 316">
                <a:extLst>
                  <a:ext uri="{FF2B5EF4-FFF2-40B4-BE49-F238E27FC236}">
                    <a16:creationId xmlns:a16="http://schemas.microsoft.com/office/drawing/2014/main" id="{BB12A2F7-3865-711B-0B52-6E017D5EB734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8" name="文本框 747">
                <a:extLst>
                  <a:ext uri="{FF2B5EF4-FFF2-40B4-BE49-F238E27FC236}">
                    <a16:creationId xmlns:a16="http://schemas.microsoft.com/office/drawing/2014/main" id="{1B5D2C2E-7E13-F591-50B1-930FE9F0C39D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27" name="组合 726">
              <a:extLst>
                <a:ext uri="{FF2B5EF4-FFF2-40B4-BE49-F238E27FC236}">
                  <a16:creationId xmlns:a16="http://schemas.microsoft.com/office/drawing/2014/main" id="{736B3D20-BB29-4DF2-E3E5-AB59ACE6EC71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743" name="矩形: 圆角 292">
                <a:extLst>
                  <a:ext uri="{FF2B5EF4-FFF2-40B4-BE49-F238E27FC236}">
                    <a16:creationId xmlns:a16="http://schemas.microsoft.com/office/drawing/2014/main" id="{A328C1C2-F507-68ED-77EA-FC645056FB29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4" name="文本框 743">
                <a:extLst>
                  <a:ext uri="{FF2B5EF4-FFF2-40B4-BE49-F238E27FC236}">
                    <a16:creationId xmlns:a16="http://schemas.microsoft.com/office/drawing/2014/main" id="{7ECE48B3-628D-1099-24D0-71FA8DC6369A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45" name="文本框 744">
                <a:extLst>
                  <a:ext uri="{FF2B5EF4-FFF2-40B4-BE49-F238E27FC236}">
                    <a16:creationId xmlns:a16="http://schemas.microsoft.com/office/drawing/2014/main" id="{DD2784D7-79DD-FA81-7B7D-6AA41239FBE2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728" name="组合 727">
              <a:extLst>
                <a:ext uri="{FF2B5EF4-FFF2-40B4-BE49-F238E27FC236}">
                  <a16:creationId xmlns:a16="http://schemas.microsoft.com/office/drawing/2014/main" id="{1DB99F7E-E31B-794B-DEB9-0DC59992E38C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740" name="矩形: 圆角 314">
                <a:extLst>
                  <a:ext uri="{FF2B5EF4-FFF2-40B4-BE49-F238E27FC236}">
                    <a16:creationId xmlns:a16="http://schemas.microsoft.com/office/drawing/2014/main" id="{C67E740E-B617-3FF3-DF89-956C4C7F30C1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41" name="直接连接符 316">
                <a:extLst>
                  <a:ext uri="{FF2B5EF4-FFF2-40B4-BE49-F238E27FC236}">
                    <a16:creationId xmlns:a16="http://schemas.microsoft.com/office/drawing/2014/main" id="{4B7A4905-1856-CE2A-77A0-457086F476D5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BEE8D707-A1B6-F116-EFD1-1B0938643310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29" name="组合 728">
              <a:extLst>
                <a:ext uri="{FF2B5EF4-FFF2-40B4-BE49-F238E27FC236}">
                  <a16:creationId xmlns:a16="http://schemas.microsoft.com/office/drawing/2014/main" id="{5952A258-816F-C7CD-5086-248A4BE00CA1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737" name="矩形: 圆角 314">
                <a:extLst>
                  <a:ext uri="{FF2B5EF4-FFF2-40B4-BE49-F238E27FC236}">
                    <a16:creationId xmlns:a16="http://schemas.microsoft.com/office/drawing/2014/main" id="{7B7CE206-1AFA-6308-E445-4D7AA73F5B47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38" name="直接连接符 316">
                <a:extLst>
                  <a:ext uri="{FF2B5EF4-FFF2-40B4-BE49-F238E27FC236}">
                    <a16:creationId xmlns:a16="http://schemas.microsoft.com/office/drawing/2014/main" id="{F2168523-0E42-C778-C66D-450FAE25DE84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9" name="文本框 603">
                <a:extLst>
                  <a:ext uri="{FF2B5EF4-FFF2-40B4-BE49-F238E27FC236}">
                    <a16:creationId xmlns:a16="http://schemas.microsoft.com/office/drawing/2014/main" id="{53E038F5-ECE9-CD7E-A646-05AD756F9E2D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30" name="组合 729">
              <a:extLst>
                <a:ext uri="{FF2B5EF4-FFF2-40B4-BE49-F238E27FC236}">
                  <a16:creationId xmlns:a16="http://schemas.microsoft.com/office/drawing/2014/main" id="{4566F982-1005-DD5C-6525-41EBD1CF4827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734" name="矩形: 圆角 314">
                <a:extLst>
                  <a:ext uri="{FF2B5EF4-FFF2-40B4-BE49-F238E27FC236}">
                    <a16:creationId xmlns:a16="http://schemas.microsoft.com/office/drawing/2014/main" id="{4746B42B-994D-D5B8-D7AD-575EC88F340D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35" name="直接连接符 316">
                <a:extLst>
                  <a:ext uri="{FF2B5EF4-FFF2-40B4-BE49-F238E27FC236}">
                    <a16:creationId xmlns:a16="http://schemas.microsoft.com/office/drawing/2014/main" id="{FC668311-F992-E2FA-A58F-0A694DC72F96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6" name="文本框 603">
                <a:extLst>
                  <a:ext uri="{FF2B5EF4-FFF2-40B4-BE49-F238E27FC236}">
                    <a16:creationId xmlns:a16="http://schemas.microsoft.com/office/drawing/2014/main" id="{CA7D92F5-AD0C-CEFD-B149-EE46E28D5475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731" name="直线连接符 730">
              <a:extLst>
                <a:ext uri="{FF2B5EF4-FFF2-40B4-BE49-F238E27FC236}">
                  <a16:creationId xmlns:a16="http://schemas.microsoft.com/office/drawing/2014/main" id="{6A8BB657-3BA9-5A2E-4B2B-84064428690F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直线连接符 731">
              <a:extLst>
                <a:ext uri="{FF2B5EF4-FFF2-40B4-BE49-F238E27FC236}">
                  <a16:creationId xmlns:a16="http://schemas.microsoft.com/office/drawing/2014/main" id="{E9986136-ECF7-B31E-20DE-39C1A5F5A6E6}"/>
                </a:ext>
              </a:extLst>
            </p:cNvPr>
            <p:cNvCxnSpPr>
              <a:stCxn id="746" idx="3"/>
              <a:endCxn id="740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直线连接符 732">
              <a:extLst>
                <a:ext uri="{FF2B5EF4-FFF2-40B4-BE49-F238E27FC236}">
                  <a16:creationId xmlns:a16="http://schemas.microsoft.com/office/drawing/2014/main" id="{5172621D-306E-0888-9FE9-5D4A6F627D04}"/>
                </a:ext>
              </a:extLst>
            </p:cNvPr>
            <p:cNvCxnSpPr>
              <a:stCxn id="734" idx="3"/>
              <a:endCxn id="737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9" name="组合 748">
            <a:extLst>
              <a:ext uri="{FF2B5EF4-FFF2-40B4-BE49-F238E27FC236}">
                <a16:creationId xmlns:a16="http://schemas.microsoft.com/office/drawing/2014/main" id="{79829054-2E16-6836-2460-D6F5F85F1132}"/>
              </a:ext>
            </a:extLst>
          </p:cNvPr>
          <p:cNvGrpSpPr/>
          <p:nvPr/>
        </p:nvGrpSpPr>
        <p:grpSpPr>
          <a:xfrm>
            <a:off x="8576479" y="3901177"/>
            <a:ext cx="1260224" cy="2093191"/>
            <a:chOff x="1792829" y="2374710"/>
            <a:chExt cx="1260224" cy="2093191"/>
          </a:xfrm>
        </p:grpSpPr>
        <p:sp>
          <p:nvSpPr>
            <p:cNvPr id="750" name="矩形 749">
              <a:extLst>
                <a:ext uri="{FF2B5EF4-FFF2-40B4-BE49-F238E27FC236}">
                  <a16:creationId xmlns:a16="http://schemas.microsoft.com/office/drawing/2014/main" id="{85F2C16F-C4EB-9123-958E-F39933DE3390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751" name="文本框 750">
              <a:extLst>
                <a:ext uri="{FF2B5EF4-FFF2-40B4-BE49-F238E27FC236}">
                  <a16:creationId xmlns:a16="http://schemas.microsoft.com/office/drawing/2014/main" id="{434C84DA-5AD4-9CDB-17B8-DD4A9C692F3D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752" name="文本框 751">
              <a:extLst>
                <a:ext uri="{FF2B5EF4-FFF2-40B4-BE49-F238E27FC236}">
                  <a16:creationId xmlns:a16="http://schemas.microsoft.com/office/drawing/2014/main" id="{23B4A064-8012-77C9-640B-AD448D3798F5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753" name="组合 752">
              <a:extLst>
                <a:ext uri="{FF2B5EF4-FFF2-40B4-BE49-F238E27FC236}">
                  <a16:creationId xmlns:a16="http://schemas.microsoft.com/office/drawing/2014/main" id="{6051811C-EBEC-3D9B-3C1A-034C56B22110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773" name="矩形: 圆角 314">
                <a:extLst>
                  <a:ext uri="{FF2B5EF4-FFF2-40B4-BE49-F238E27FC236}">
                    <a16:creationId xmlns:a16="http://schemas.microsoft.com/office/drawing/2014/main" id="{C6BC3228-0462-FFFF-D250-6A8C1FFFC99E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74" name="直接连接符 316">
                <a:extLst>
                  <a:ext uri="{FF2B5EF4-FFF2-40B4-BE49-F238E27FC236}">
                    <a16:creationId xmlns:a16="http://schemas.microsoft.com/office/drawing/2014/main" id="{FB6DC51E-1399-ACDC-6BDC-8A1237C4A443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5" name="文本框 774">
                <a:extLst>
                  <a:ext uri="{FF2B5EF4-FFF2-40B4-BE49-F238E27FC236}">
                    <a16:creationId xmlns:a16="http://schemas.microsoft.com/office/drawing/2014/main" id="{27594FB9-11D4-0A44-1084-DC36A91CB224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54" name="组合 753">
              <a:extLst>
                <a:ext uri="{FF2B5EF4-FFF2-40B4-BE49-F238E27FC236}">
                  <a16:creationId xmlns:a16="http://schemas.microsoft.com/office/drawing/2014/main" id="{DEC0DE82-EF69-CC58-458B-85998742ACF0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770" name="矩形: 圆角 292">
                <a:extLst>
                  <a:ext uri="{FF2B5EF4-FFF2-40B4-BE49-F238E27FC236}">
                    <a16:creationId xmlns:a16="http://schemas.microsoft.com/office/drawing/2014/main" id="{55F01D8C-FBCC-573A-DF2F-4E10739965A7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1" name="文本框 770">
                <a:extLst>
                  <a:ext uri="{FF2B5EF4-FFF2-40B4-BE49-F238E27FC236}">
                    <a16:creationId xmlns:a16="http://schemas.microsoft.com/office/drawing/2014/main" id="{0A37558C-01E1-9B3F-6B3B-545800025F1E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72" name="文本框 771">
                <a:extLst>
                  <a:ext uri="{FF2B5EF4-FFF2-40B4-BE49-F238E27FC236}">
                    <a16:creationId xmlns:a16="http://schemas.microsoft.com/office/drawing/2014/main" id="{09C83FCC-A94D-7CB3-3F49-65755738ABF1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755" name="组合 754">
              <a:extLst>
                <a:ext uri="{FF2B5EF4-FFF2-40B4-BE49-F238E27FC236}">
                  <a16:creationId xmlns:a16="http://schemas.microsoft.com/office/drawing/2014/main" id="{2484F513-51EE-2E65-D5B8-73083A933854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767" name="矩形: 圆角 314">
                <a:extLst>
                  <a:ext uri="{FF2B5EF4-FFF2-40B4-BE49-F238E27FC236}">
                    <a16:creationId xmlns:a16="http://schemas.microsoft.com/office/drawing/2014/main" id="{E06CD9DC-6698-2E79-3DFF-F8F11A25A52A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68" name="直接连接符 316">
                <a:extLst>
                  <a:ext uri="{FF2B5EF4-FFF2-40B4-BE49-F238E27FC236}">
                    <a16:creationId xmlns:a16="http://schemas.microsoft.com/office/drawing/2014/main" id="{8901F615-9CAA-67E0-193B-F7DD537CE1F8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9" name="文本框 768">
                <a:extLst>
                  <a:ext uri="{FF2B5EF4-FFF2-40B4-BE49-F238E27FC236}">
                    <a16:creationId xmlns:a16="http://schemas.microsoft.com/office/drawing/2014/main" id="{8E59BB3D-17DD-498D-F14B-AB966A704970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56" name="组合 755">
              <a:extLst>
                <a:ext uri="{FF2B5EF4-FFF2-40B4-BE49-F238E27FC236}">
                  <a16:creationId xmlns:a16="http://schemas.microsoft.com/office/drawing/2014/main" id="{ECD963F4-C15F-1AFA-7C1D-2C4E66DD1952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764" name="矩形: 圆角 314">
                <a:extLst>
                  <a:ext uri="{FF2B5EF4-FFF2-40B4-BE49-F238E27FC236}">
                    <a16:creationId xmlns:a16="http://schemas.microsoft.com/office/drawing/2014/main" id="{D0D5B7DE-F877-6BC5-FBEC-0F66F7A8520B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65" name="直接连接符 316">
                <a:extLst>
                  <a:ext uri="{FF2B5EF4-FFF2-40B4-BE49-F238E27FC236}">
                    <a16:creationId xmlns:a16="http://schemas.microsoft.com/office/drawing/2014/main" id="{82E358AD-AB79-030E-4644-7157B66D0822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6" name="文本框 603">
                <a:extLst>
                  <a:ext uri="{FF2B5EF4-FFF2-40B4-BE49-F238E27FC236}">
                    <a16:creationId xmlns:a16="http://schemas.microsoft.com/office/drawing/2014/main" id="{F0588D99-00A3-2268-C850-48AF095D2802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57" name="组合 756">
              <a:extLst>
                <a:ext uri="{FF2B5EF4-FFF2-40B4-BE49-F238E27FC236}">
                  <a16:creationId xmlns:a16="http://schemas.microsoft.com/office/drawing/2014/main" id="{B3DA99E0-4509-1C76-5DAB-925CC022C725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761" name="矩形: 圆角 314">
                <a:extLst>
                  <a:ext uri="{FF2B5EF4-FFF2-40B4-BE49-F238E27FC236}">
                    <a16:creationId xmlns:a16="http://schemas.microsoft.com/office/drawing/2014/main" id="{046FEB33-A487-FCE9-9DAC-90C7F99D67E6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62" name="直接连接符 316">
                <a:extLst>
                  <a:ext uri="{FF2B5EF4-FFF2-40B4-BE49-F238E27FC236}">
                    <a16:creationId xmlns:a16="http://schemas.microsoft.com/office/drawing/2014/main" id="{42EBCD1A-EC89-6E1E-FC42-F4E401ADEAB2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3" name="文本框 603">
                <a:extLst>
                  <a:ext uri="{FF2B5EF4-FFF2-40B4-BE49-F238E27FC236}">
                    <a16:creationId xmlns:a16="http://schemas.microsoft.com/office/drawing/2014/main" id="{C7BEC93D-AFA1-694D-6312-6F60B45D833A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758" name="直线连接符 757">
              <a:extLst>
                <a:ext uri="{FF2B5EF4-FFF2-40B4-BE49-F238E27FC236}">
                  <a16:creationId xmlns:a16="http://schemas.microsoft.com/office/drawing/2014/main" id="{2F996551-E598-1F7A-B627-3274C32B7FDF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直线连接符 758">
              <a:extLst>
                <a:ext uri="{FF2B5EF4-FFF2-40B4-BE49-F238E27FC236}">
                  <a16:creationId xmlns:a16="http://schemas.microsoft.com/office/drawing/2014/main" id="{06D9F871-8BDD-C2CB-AC9A-EF632245AEC2}"/>
                </a:ext>
              </a:extLst>
            </p:cNvPr>
            <p:cNvCxnSpPr>
              <a:stCxn id="773" idx="3"/>
              <a:endCxn id="767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直线连接符 759">
              <a:extLst>
                <a:ext uri="{FF2B5EF4-FFF2-40B4-BE49-F238E27FC236}">
                  <a16:creationId xmlns:a16="http://schemas.microsoft.com/office/drawing/2014/main" id="{B60D825E-A511-5047-8615-AF9A358562E7}"/>
                </a:ext>
              </a:extLst>
            </p:cNvPr>
            <p:cNvCxnSpPr>
              <a:stCxn id="761" idx="3"/>
              <a:endCxn id="764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6" name="组合 775">
            <a:extLst>
              <a:ext uri="{FF2B5EF4-FFF2-40B4-BE49-F238E27FC236}">
                <a16:creationId xmlns:a16="http://schemas.microsoft.com/office/drawing/2014/main" id="{EAD26278-2124-2A8F-BD1B-B752BAD22613}"/>
              </a:ext>
            </a:extLst>
          </p:cNvPr>
          <p:cNvGrpSpPr/>
          <p:nvPr/>
        </p:nvGrpSpPr>
        <p:grpSpPr>
          <a:xfrm>
            <a:off x="8728879" y="4053577"/>
            <a:ext cx="1260224" cy="2093191"/>
            <a:chOff x="1792829" y="2374710"/>
            <a:chExt cx="1260224" cy="2093191"/>
          </a:xfrm>
        </p:grpSpPr>
        <p:sp>
          <p:nvSpPr>
            <p:cNvPr id="777" name="矩形 776">
              <a:extLst>
                <a:ext uri="{FF2B5EF4-FFF2-40B4-BE49-F238E27FC236}">
                  <a16:creationId xmlns:a16="http://schemas.microsoft.com/office/drawing/2014/main" id="{15731396-8DFD-EDA5-986D-B4D1E73F971E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778" name="文本框 777">
              <a:extLst>
                <a:ext uri="{FF2B5EF4-FFF2-40B4-BE49-F238E27FC236}">
                  <a16:creationId xmlns:a16="http://schemas.microsoft.com/office/drawing/2014/main" id="{14D752A8-EA5C-CD6D-3F38-BCE04D3519F0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779" name="文本框 778">
              <a:extLst>
                <a:ext uri="{FF2B5EF4-FFF2-40B4-BE49-F238E27FC236}">
                  <a16:creationId xmlns:a16="http://schemas.microsoft.com/office/drawing/2014/main" id="{2CFE7B50-AD3D-3873-9C79-35D79242C07D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780" name="组合 779">
              <a:extLst>
                <a:ext uri="{FF2B5EF4-FFF2-40B4-BE49-F238E27FC236}">
                  <a16:creationId xmlns:a16="http://schemas.microsoft.com/office/drawing/2014/main" id="{F83F1732-C362-8BE3-1B03-D685D6000EEB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800" name="矩形: 圆角 314">
                <a:extLst>
                  <a:ext uri="{FF2B5EF4-FFF2-40B4-BE49-F238E27FC236}">
                    <a16:creationId xmlns:a16="http://schemas.microsoft.com/office/drawing/2014/main" id="{575157F6-6A53-94BE-3C10-88336D3AC6E0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01" name="直接连接符 316">
                <a:extLst>
                  <a:ext uri="{FF2B5EF4-FFF2-40B4-BE49-F238E27FC236}">
                    <a16:creationId xmlns:a16="http://schemas.microsoft.com/office/drawing/2014/main" id="{3A274BAE-2075-83D0-EDBC-D4EB55E2DC81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2" name="文本框 801">
                <a:extLst>
                  <a:ext uri="{FF2B5EF4-FFF2-40B4-BE49-F238E27FC236}">
                    <a16:creationId xmlns:a16="http://schemas.microsoft.com/office/drawing/2014/main" id="{1FFDE154-CDD0-095C-6974-59D9DC7DE62A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81" name="组合 780">
              <a:extLst>
                <a:ext uri="{FF2B5EF4-FFF2-40B4-BE49-F238E27FC236}">
                  <a16:creationId xmlns:a16="http://schemas.microsoft.com/office/drawing/2014/main" id="{60CE66BC-8FFA-8497-E804-33544B61E82D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797" name="矩形: 圆角 292">
                <a:extLst>
                  <a:ext uri="{FF2B5EF4-FFF2-40B4-BE49-F238E27FC236}">
                    <a16:creationId xmlns:a16="http://schemas.microsoft.com/office/drawing/2014/main" id="{37423EB6-8786-D97E-89DF-0B2C49769A7C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8" name="文本框 797">
                <a:extLst>
                  <a:ext uri="{FF2B5EF4-FFF2-40B4-BE49-F238E27FC236}">
                    <a16:creationId xmlns:a16="http://schemas.microsoft.com/office/drawing/2014/main" id="{8E51CAFA-0A83-EDCB-7FB5-16817DA4B0FF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99" name="文本框 798">
                <a:extLst>
                  <a:ext uri="{FF2B5EF4-FFF2-40B4-BE49-F238E27FC236}">
                    <a16:creationId xmlns:a16="http://schemas.microsoft.com/office/drawing/2014/main" id="{EE138D19-0031-7314-5CC2-B8665137A029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962DBE05-A293-7B36-76B2-5B0066AF1BFF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794" name="矩形: 圆角 314">
                <a:extLst>
                  <a:ext uri="{FF2B5EF4-FFF2-40B4-BE49-F238E27FC236}">
                    <a16:creationId xmlns:a16="http://schemas.microsoft.com/office/drawing/2014/main" id="{DF54B460-2938-50A6-9EEF-9840E26F6474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95" name="直接连接符 316">
                <a:extLst>
                  <a:ext uri="{FF2B5EF4-FFF2-40B4-BE49-F238E27FC236}">
                    <a16:creationId xmlns:a16="http://schemas.microsoft.com/office/drawing/2014/main" id="{94D28862-A36B-BDEE-3469-58FDC85019D3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CB67FDA3-0670-2B3A-91D3-C5A7AF5FA3E4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83" name="组合 782">
              <a:extLst>
                <a:ext uri="{FF2B5EF4-FFF2-40B4-BE49-F238E27FC236}">
                  <a16:creationId xmlns:a16="http://schemas.microsoft.com/office/drawing/2014/main" id="{35CAF84E-5029-4873-F954-2F614EC4F743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791" name="矩形: 圆角 314">
                <a:extLst>
                  <a:ext uri="{FF2B5EF4-FFF2-40B4-BE49-F238E27FC236}">
                    <a16:creationId xmlns:a16="http://schemas.microsoft.com/office/drawing/2014/main" id="{4D0C5832-9CDE-DCFF-A8F5-1E652289E144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92" name="直接连接符 316">
                <a:extLst>
                  <a:ext uri="{FF2B5EF4-FFF2-40B4-BE49-F238E27FC236}">
                    <a16:creationId xmlns:a16="http://schemas.microsoft.com/office/drawing/2014/main" id="{A1F2A993-CE7A-A230-C4A5-723811FC8DBF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3" name="文本框 603">
                <a:extLst>
                  <a:ext uri="{FF2B5EF4-FFF2-40B4-BE49-F238E27FC236}">
                    <a16:creationId xmlns:a16="http://schemas.microsoft.com/office/drawing/2014/main" id="{06848F2D-B732-FA0F-E7C5-33B06211AA65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784" name="组合 783">
              <a:extLst>
                <a:ext uri="{FF2B5EF4-FFF2-40B4-BE49-F238E27FC236}">
                  <a16:creationId xmlns:a16="http://schemas.microsoft.com/office/drawing/2014/main" id="{C946264D-1567-D8E4-7371-895D5991902E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788" name="矩形: 圆角 314">
                <a:extLst>
                  <a:ext uri="{FF2B5EF4-FFF2-40B4-BE49-F238E27FC236}">
                    <a16:creationId xmlns:a16="http://schemas.microsoft.com/office/drawing/2014/main" id="{4F6A3FB9-78F1-8E38-7D9E-7F396C4D214A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9" name="直接连接符 316">
                <a:extLst>
                  <a:ext uri="{FF2B5EF4-FFF2-40B4-BE49-F238E27FC236}">
                    <a16:creationId xmlns:a16="http://schemas.microsoft.com/office/drawing/2014/main" id="{BFA63669-3061-BB55-3C33-58E6A39362AB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0" name="文本框 603">
                <a:extLst>
                  <a:ext uri="{FF2B5EF4-FFF2-40B4-BE49-F238E27FC236}">
                    <a16:creationId xmlns:a16="http://schemas.microsoft.com/office/drawing/2014/main" id="{3F132ABA-F441-7759-6F1D-93C657DEDE7F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785" name="直线连接符 784">
              <a:extLst>
                <a:ext uri="{FF2B5EF4-FFF2-40B4-BE49-F238E27FC236}">
                  <a16:creationId xmlns:a16="http://schemas.microsoft.com/office/drawing/2014/main" id="{EEEB8AD3-020A-3DA2-B989-D2DC61F63621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直线连接符 785">
              <a:extLst>
                <a:ext uri="{FF2B5EF4-FFF2-40B4-BE49-F238E27FC236}">
                  <a16:creationId xmlns:a16="http://schemas.microsoft.com/office/drawing/2014/main" id="{975C9894-48C4-83F2-B964-408FA99EC9A9}"/>
                </a:ext>
              </a:extLst>
            </p:cNvPr>
            <p:cNvCxnSpPr>
              <a:stCxn id="800" idx="3"/>
              <a:endCxn id="794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直线连接符 786">
              <a:extLst>
                <a:ext uri="{FF2B5EF4-FFF2-40B4-BE49-F238E27FC236}">
                  <a16:creationId xmlns:a16="http://schemas.microsoft.com/office/drawing/2014/main" id="{5E8789B1-F66A-96F6-E7C4-4864EE6A686D}"/>
                </a:ext>
              </a:extLst>
            </p:cNvPr>
            <p:cNvCxnSpPr>
              <a:stCxn id="788" idx="3"/>
              <a:endCxn id="791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3" name="组合 802">
            <a:extLst>
              <a:ext uri="{FF2B5EF4-FFF2-40B4-BE49-F238E27FC236}">
                <a16:creationId xmlns:a16="http://schemas.microsoft.com/office/drawing/2014/main" id="{6F317C6D-8561-2233-5C05-2C6DEB9E9BBE}"/>
              </a:ext>
            </a:extLst>
          </p:cNvPr>
          <p:cNvGrpSpPr/>
          <p:nvPr/>
        </p:nvGrpSpPr>
        <p:grpSpPr>
          <a:xfrm>
            <a:off x="10135461" y="3739485"/>
            <a:ext cx="1260224" cy="2093191"/>
            <a:chOff x="1792829" y="2374710"/>
            <a:chExt cx="1260224" cy="2093191"/>
          </a:xfrm>
        </p:grpSpPr>
        <p:sp>
          <p:nvSpPr>
            <p:cNvPr id="804" name="矩形 803">
              <a:extLst>
                <a:ext uri="{FF2B5EF4-FFF2-40B4-BE49-F238E27FC236}">
                  <a16:creationId xmlns:a16="http://schemas.microsoft.com/office/drawing/2014/main" id="{3D23E43B-39D0-93CF-B77B-C5908D67F789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805" name="文本框 804">
              <a:extLst>
                <a:ext uri="{FF2B5EF4-FFF2-40B4-BE49-F238E27FC236}">
                  <a16:creationId xmlns:a16="http://schemas.microsoft.com/office/drawing/2014/main" id="{18AAA104-CE3E-F2A8-DCF5-1C272B7EC31E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806" name="文本框 805">
              <a:extLst>
                <a:ext uri="{FF2B5EF4-FFF2-40B4-BE49-F238E27FC236}">
                  <a16:creationId xmlns:a16="http://schemas.microsoft.com/office/drawing/2014/main" id="{B548CB73-8FE2-D912-7B5C-B60F779DA830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807" name="组合 806">
              <a:extLst>
                <a:ext uri="{FF2B5EF4-FFF2-40B4-BE49-F238E27FC236}">
                  <a16:creationId xmlns:a16="http://schemas.microsoft.com/office/drawing/2014/main" id="{533DEBF2-A6D7-BA88-6E41-DB3A79E2A36F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827" name="矩形: 圆角 314">
                <a:extLst>
                  <a:ext uri="{FF2B5EF4-FFF2-40B4-BE49-F238E27FC236}">
                    <a16:creationId xmlns:a16="http://schemas.microsoft.com/office/drawing/2014/main" id="{BCE136FC-4087-4C92-695A-1AF6BC712178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28" name="直接连接符 316">
                <a:extLst>
                  <a:ext uri="{FF2B5EF4-FFF2-40B4-BE49-F238E27FC236}">
                    <a16:creationId xmlns:a16="http://schemas.microsoft.com/office/drawing/2014/main" id="{32548B71-23C0-E6B9-AE63-46CD0B3F2868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9" name="文本框 828">
                <a:extLst>
                  <a:ext uri="{FF2B5EF4-FFF2-40B4-BE49-F238E27FC236}">
                    <a16:creationId xmlns:a16="http://schemas.microsoft.com/office/drawing/2014/main" id="{3FF57593-1EA9-71DF-6149-EA1729800C10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08" name="组合 807">
              <a:extLst>
                <a:ext uri="{FF2B5EF4-FFF2-40B4-BE49-F238E27FC236}">
                  <a16:creationId xmlns:a16="http://schemas.microsoft.com/office/drawing/2014/main" id="{9A2F412A-2A41-4260-E481-C3F4C4F2A21E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824" name="矩形: 圆角 292">
                <a:extLst>
                  <a:ext uri="{FF2B5EF4-FFF2-40B4-BE49-F238E27FC236}">
                    <a16:creationId xmlns:a16="http://schemas.microsoft.com/office/drawing/2014/main" id="{DA06D504-4FDE-AC33-BE5F-D57990E911FB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5" name="文本框 824">
                <a:extLst>
                  <a:ext uri="{FF2B5EF4-FFF2-40B4-BE49-F238E27FC236}">
                    <a16:creationId xmlns:a16="http://schemas.microsoft.com/office/drawing/2014/main" id="{5100D359-5B91-1982-2368-B94DEA9E504A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26" name="文本框 825">
                <a:extLst>
                  <a:ext uri="{FF2B5EF4-FFF2-40B4-BE49-F238E27FC236}">
                    <a16:creationId xmlns:a16="http://schemas.microsoft.com/office/drawing/2014/main" id="{01D705F8-E723-7CFA-95DB-0A8BDDBAA12A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809" name="组合 808">
              <a:extLst>
                <a:ext uri="{FF2B5EF4-FFF2-40B4-BE49-F238E27FC236}">
                  <a16:creationId xmlns:a16="http://schemas.microsoft.com/office/drawing/2014/main" id="{51073544-2E0A-EB3B-2126-A4AD0EC80D0D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821" name="矩形: 圆角 314">
                <a:extLst>
                  <a:ext uri="{FF2B5EF4-FFF2-40B4-BE49-F238E27FC236}">
                    <a16:creationId xmlns:a16="http://schemas.microsoft.com/office/drawing/2014/main" id="{3DDD325D-3C02-5917-7ACE-A5512C5D2482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22" name="直接连接符 316">
                <a:extLst>
                  <a:ext uri="{FF2B5EF4-FFF2-40B4-BE49-F238E27FC236}">
                    <a16:creationId xmlns:a16="http://schemas.microsoft.com/office/drawing/2014/main" id="{BF6FD181-21D1-5A4C-7310-CBCE003E1221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3" name="文本框 822">
                <a:extLst>
                  <a:ext uri="{FF2B5EF4-FFF2-40B4-BE49-F238E27FC236}">
                    <a16:creationId xmlns:a16="http://schemas.microsoft.com/office/drawing/2014/main" id="{98C57206-BFF3-E7ED-0FEC-0C002181BF17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10" name="组合 809">
              <a:extLst>
                <a:ext uri="{FF2B5EF4-FFF2-40B4-BE49-F238E27FC236}">
                  <a16:creationId xmlns:a16="http://schemas.microsoft.com/office/drawing/2014/main" id="{02DED2A8-6B26-70EB-9CBF-CB5FDEDE78B5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818" name="矩形: 圆角 314">
                <a:extLst>
                  <a:ext uri="{FF2B5EF4-FFF2-40B4-BE49-F238E27FC236}">
                    <a16:creationId xmlns:a16="http://schemas.microsoft.com/office/drawing/2014/main" id="{F79E3AAD-9DD4-FE39-B331-DB75BBEBEEAB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19" name="直接连接符 316">
                <a:extLst>
                  <a:ext uri="{FF2B5EF4-FFF2-40B4-BE49-F238E27FC236}">
                    <a16:creationId xmlns:a16="http://schemas.microsoft.com/office/drawing/2014/main" id="{2E513890-6B70-2959-FCD6-B93E8B72F62F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0" name="文本框 603">
                <a:extLst>
                  <a:ext uri="{FF2B5EF4-FFF2-40B4-BE49-F238E27FC236}">
                    <a16:creationId xmlns:a16="http://schemas.microsoft.com/office/drawing/2014/main" id="{A91D7B09-E3EA-8A1D-EF7D-AAB3AC377C1B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11" name="组合 810">
              <a:extLst>
                <a:ext uri="{FF2B5EF4-FFF2-40B4-BE49-F238E27FC236}">
                  <a16:creationId xmlns:a16="http://schemas.microsoft.com/office/drawing/2014/main" id="{3B2E4AFD-BA02-55C6-C3DA-A3E8AE36DA04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815" name="矩形: 圆角 314">
                <a:extLst>
                  <a:ext uri="{FF2B5EF4-FFF2-40B4-BE49-F238E27FC236}">
                    <a16:creationId xmlns:a16="http://schemas.microsoft.com/office/drawing/2014/main" id="{18640E16-9935-B42B-8B07-70D5619DCBCF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16" name="直接连接符 316">
                <a:extLst>
                  <a:ext uri="{FF2B5EF4-FFF2-40B4-BE49-F238E27FC236}">
                    <a16:creationId xmlns:a16="http://schemas.microsoft.com/office/drawing/2014/main" id="{BAC59312-FD41-7F09-A11E-06C5BF256C21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7" name="文本框 603">
                <a:extLst>
                  <a:ext uri="{FF2B5EF4-FFF2-40B4-BE49-F238E27FC236}">
                    <a16:creationId xmlns:a16="http://schemas.microsoft.com/office/drawing/2014/main" id="{C57AB2A5-DAC6-241B-2F40-B0754E56BF36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812" name="直线连接符 811">
              <a:extLst>
                <a:ext uri="{FF2B5EF4-FFF2-40B4-BE49-F238E27FC236}">
                  <a16:creationId xmlns:a16="http://schemas.microsoft.com/office/drawing/2014/main" id="{06999727-2D96-0547-063C-9FEA81C7BEA7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直线连接符 812">
              <a:extLst>
                <a:ext uri="{FF2B5EF4-FFF2-40B4-BE49-F238E27FC236}">
                  <a16:creationId xmlns:a16="http://schemas.microsoft.com/office/drawing/2014/main" id="{41C41D7F-52CD-D7A5-B226-5FD5030FF5E5}"/>
                </a:ext>
              </a:extLst>
            </p:cNvPr>
            <p:cNvCxnSpPr>
              <a:stCxn id="827" idx="3"/>
              <a:endCxn id="821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直线连接符 813">
              <a:extLst>
                <a:ext uri="{FF2B5EF4-FFF2-40B4-BE49-F238E27FC236}">
                  <a16:creationId xmlns:a16="http://schemas.microsoft.com/office/drawing/2014/main" id="{C9EE88A5-A6B3-20C1-5B1B-44664DF860F4}"/>
                </a:ext>
              </a:extLst>
            </p:cNvPr>
            <p:cNvCxnSpPr>
              <a:stCxn id="815" idx="3"/>
              <a:endCxn id="818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0" name="组合 829">
            <a:extLst>
              <a:ext uri="{FF2B5EF4-FFF2-40B4-BE49-F238E27FC236}">
                <a16:creationId xmlns:a16="http://schemas.microsoft.com/office/drawing/2014/main" id="{0BD1FD4E-2B8D-5E68-1FAF-805257D6D146}"/>
              </a:ext>
            </a:extLst>
          </p:cNvPr>
          <p:cNvGrpSpPr/>
          <p:nvPr/>
        </p:nvGrpSpPr>
        <p:grpSpPr>
          <a:xfrm>
            <a:off x="10287861" y="3891885"/>
            <a:ext cx="1260224" cy="2093191"/>
            <a:chOff x="1792829" y="2374710"/>
            <a:chExt cx="1260224" cy="2093191"/>
          </a:xfrm>
        </p:grpSpPr>
        <p:sp>
          <p:nvSpPr>
            <p:cNvPr id="831" name="矩形 830">
              <a:extLst>
                <a:ext uri="{FF2B5EF4-FFF2-40B4-BE49-F238E27FC236}">
                  <a16:creationId xmlns:a16="http://schemas.microsoft.com/office/drawing/2014/main" id="{D30C1F0E-AE0F-8155-E5B4-C0C3EEA7E9DF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832" name="文本框 831">
              <a:extLst>
                <a:ext uri="{FF2B5EF4-FFF2-40B4-BE49-F238E27FC236}">
                  <a16:creationId xmlns:a16="http://schemas.microsoft.com/office/drawing/2014/main" id="{3505E1DF-B985-22D6-641B-1CEA4B7CFEAE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833" name="文本框 832">
              <a:extLst>
                <a:ext uri="{FF2B5EF4-FFF2-40B4-BE49-F238E27FC236}">
                  <a16:creationId xmlns:a16="http://schemas.microsoft.com/office/drawing/2014/main" id="{851E01C9-E91E-434F-7BDD-B903D216216D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834" name="组合 833">
              <a:extLst>
                <a:ext uri="{FF2B5EF4-FFF2-40B4-BE49-F238E27FC236}">
                  <a16:creationId xmlns:a16="http://schemas.microsoft.com/office/drawing/2014/main" id="{90847E29-C126-1E4A-F117-1959E0A821F1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854" name="矩形: 圆角 314">
                <a:extLst>
                  <a:ext uri="{FF2B5EF4-FFF2-40B4-BE49-F238E27FC236}">
                    <a16:creationId xmlns:a16="http://schemas.microsoft.com/office/drawing/2014/main" id="{1F657F77-21FB-F145-E6B6-BAF26FFA6621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55" name="直接连接符 316">
                <a:extLst>
                  <a:ext uri="{FF2B5EF4-FFF2-40B4-BE49-F238E27FC236}">
                    <a16:creationId xmlns:a16="http://schemas.microsoft.com/office/drawing/2014/main" id="{782C574C-F7A1-D664-DB15-A1CF626729AB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6" name="文本框 855">
                <a:extLst>
                  <a:ext uri="{FF2B5EF4-FFF2-40B4-BE49-F238E27FC236}">
                    <a16:creationId xmlns:a16="http://schemas.microsoft.com/office/drawing/2014/main" id="{E218E59A-9AD5-0AF3-EC9D-D3664D58C8FC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35" name="组合 834">
              <a:extLst>
                <a:ext uri="{FF2B5EF4-FFF2-40B4-BE49-F238E27FC236}">
                  <a16:creationId xmlns:a16="http://schemas.microsoft.com/office/drawing/2014/main" id="{766DDF9D-6F58-C372-F3A5-0ED970A2782D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851" name="矩形: 圆角 292">
                <a:extLst>
                  <a:ext uri="{FF2B5EF4-FFF2-40B4-BE49-F238E27FC236}">
                    <a16:creationId xmlns:a16="http://schemas.microsoft.com/office/drawing/2014/main" id="{3C0DA7A5-457B-ED7E-CCCC-6BB99755E5CB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2" name="文本框 851">
                <a:extLst>
                  <a:ext uri="{FF2B5EF4-FFF2-40B4-BE49-F238E27FC236}">
                    <a16:creationId xmlns:a16="http://schemas.microsoft.com/office/drawing/2014/main" id="{F129BEC0-E40F-035A-9AB8-C7B6BF1BC9F0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53" name="文本框 852">
                <a:extLst>
                  <a:ext uri="{FF2B5EF4-FFF2-40B4-BE49-F238E27FC236}">
                    <a16:creationId xmlns:a16="http://schemas.microsoft.com/office/drawing/2014/main" id="{F99F8814-A762-00F1-A4F2-CAEA7500C091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836" name="组合 835">
              <a:extLst>
                <a:ext uri="{FF2B5EF4-FFF2-40B4-BE49-F238E27FC236}">
                  <a16:creationId xmlns:a16="http://schemas.microsoft.com/office/drawing/2014/main" id="{65E52D8C-1BA6-A080-F5F5-D7BC1DDF2758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848" name="矩形: 圆角 314">
                <a:extLst>
                  <a:ext uri="{FF2B5EF4-FFF2-40B4-BE49-F238E27FC236}">
                    <a16:creationId xmlns:a16="http://schemas.microsoft.com/office/drawing/2014/main" id="{DF6DDF78-ACEC-C480-841C-0871F9DCFF0E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49" name="直接连接符 316">
                <a:extLst>
                  <a:ext uri="{FF2B5EF4-FFF2-40B4-BE49-F238E27FC236}">
                    <a16:creationId xmlns:a16="http://schemas.microsoft.com/office/drawing/2014/main" id="{4198ACE4-9FED-9278-35FB-88EB3E49D182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0" name="文本框 849">
                <a:extLst>
                  <a:ext uri="{FF2B5EF4-FFF2-40B4-BE49-F238E27FC236}">
                    <a16:creationId xmlns:a16="http://schemas.microsoft.com/office/drawing/2014/main" id="{57C69E61-3697-C48E-D23B-F1F5C72ED884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37" name="组合 836">
              <a:extLst>
                <a:ext uri="{FF2B5EF4-FFF2-40B4-BE49-F238E27FC236}">
                  <a16:creationId xmlns:a16="http://schemas.microsoft.com/office/drawing/2014/main" id="{FE81026A-8404-AB14-BACC-C5ED5DF97C9F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845" name="矩形: 圆角 314">
                <a:extLst>
                  <a:ext uri="{FF2B5EF4-FFF2-40B4-BE49-F238E27FC236}">
                    <a16:creationId xmlns:a16="http://schemas.microsoft.com/office/drawing/2014/main" id="{D431EB42-D6E7-2974-5BFE-C24BDEE675F0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46" name="直接连接符 316">
                <a:extLst>
                  <a:ext uri="{FF2B5EF4-FFF2-40B4-BE49-F238E27FC236}">
                    <a16:creationId xmlns:a16="http://schemas.microsoft.com/office/drawing/2014/main" id="{6489ED52-C8DA-45DD-9580-1C7447FB17B7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7" name="文本框 603">
                <a:extLst>
                  <a:ext uri="{FF2B5EF4-FFF2-40B4-BE49-F238E27FC236}">
                    <a16:creationId xmlns:a16="http://schemas.microsoft.com/office/drawing/2014/main" id="{52983C2B-3E04-3D87-D8E4-BEA23EEF4AA0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38" name="组合 837">
              <a:extLst>
                <a:ext uri="{FF2B5EF4-FFF2-40B4-BE49-F238E27FC236}">
                  <a16:creationId xmlns:a16="http://schemas.microsoft.com/office/drawing/2014/main" id="{A4EA0ADF-A262-B2AA-FAAC-D3EA1E7454E7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842" name="矩形: 圆角 314">
                <a:extLst>
                  <a:ext uri="{FF2B5EF4-FFF2-40B4-BE49-F238E27FC236}">
                    <a16:creationId xmlns:a16="http://schemas.microsoft.com/office/drawing/2014/main" id="{5908DA8E-F938-103E-779B-F1D123AB1025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43" name="直接连接符 316">
                <a:extLst>
                  <a:ext uri="{FF2B5EF4-FFF2-40B4-BE49-F238E27FC236}">
                    <a16:creationId xmlns:a16="http://schemas.microsoft.com/office/drawing/2014/main" id="{65E0AB22-2848-3050-D280-33EA32E1178D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4" name="文本框 603">
                <a:extLst>
                  <a:ext uri="{FF2B5EF4-FFF2-40B4-BE49-F238E27FC236}">
                    <a16:creationId xmlns:a16="http://schemas.microsoft.com/office/drawing/2014/main" id="{668128E2-D2C3-9060-7A86-CB219CDAD52E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839" name="直线连接符 838">
              <a:extLst>
                <a:ext uri="{FF2B5EF4-FFF2-40B4-BE49-F238E27FC236}">
                  <a16:creationId xmlns:a16="http://schemas.microsoft.com/office/drawing/2014/main" id="{32074392-1E72-EF61-5E70-590F20B7A483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直线连接符 839">
              <a:extLst>
                <a:ext uri="{FF2B5EF4-FFF2-40B4-BE49-F238E27FC236}">
                  <a16:creationId xmlns:a16="http://schemas.microsoft.com/office/drawing/2014/main" id="{43D094B0-B1FE-75B4-ED46-07912CAFE182}"/>
                </a:ext>
              </a:extLst>
            </p:cNvPr>
            <p:cNvCxnSpPr>
              <a:stCxn id="854" idx="3"/>
              <a:endCxn id="848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直线连接符 840">
              <a:extLst>
                <a:ext uri="{FF2B5EF4-FFF2-40B4-BE49-F238E27FC236}">
                  <a16:creationId xmlns:a16="http://schemas.microsoft.com/office/drawing/2014/main" id="{B55A7A11-9208-D69B-0FF9-A05231703FE7}"/>
                </a:ext>
              </a:extLst>
            </p:cNvPr>
            <p:cNvCxnSpPr>
              <a:stCxn id="842" idx="3"/>
              <a:endCxn id="845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7" name="组合 856">
            <a:extLst>
              <a:ext uri="{FF2B5EF4-FFF2-40B4-BE49-F238E27FC236}">
                <a16:creationId xmlns:a16="http://schemas.microsoft.com/office/drawing/2014/main" id="{92EE2627-1634-E7E8-A411-CF12373A7800}"/>
              </a:ext>
            </a:extLst>
          </p:cNvPr>
          <p:cNvGrpSpPr/>
          <p:nvPr/>
        </p:nvGrpSpPr>
        <p:grpSpPr>
          <a:xfrm>
            <a:off x="10440261" y="4044285"/>
            <a:ext cx="1260224" cy="2093191"/>
            <a:chOff x="1792829" y="2374710"/>
            <a:chExt cx="1260224" cy="2093191"/>
          </a:xfrm>
        </p:grpSpPr>
        <p:sp>
          <p:nvSpPr>
            <p:cNvPr id="858" name="矩形 857">
              <a:extLst>
                <a:ext uri="{FF2B5EF4-FFF2-40B4-BE49-F238E27FC236}">
                  <a16:creationId xmlns:a16="http://schemas.microsoft.com/office/drawing/2014/main" id="{FE51502E-9ECE-CBC6-8427-6C596B26832F}"/>
                </a:ext>
              </a:extLst>
            </p:cNvPr>
            <p:cNvSpPr/>
            <p:nvPr/>
          </p:nvSpPr>
          <p:spPr>
            <a:xfrm>
              <a:off x="1792829" y="2374710"/>
              <a:ext cx="1260224" cy="2093191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tx1"/>
                </a:solidFill>
              </a:endParaRPr>
            </a:p>
          </p:txBody>
        </p:sp>
        <p:sp>
          <p:nvSpPr>
            <p:cNvPr id="859" name="文本框 858">
              <a:extLst>
                <a:ext uri="{FF2B5EF4-FFF2-40B4-BE49-F238E27FC236}">
                  <a16:creationId xmlns:a16="http://schemas.microsoft.com/office/drawing/2014/main" id="{8B093CB2-C5DD-62E6-188F-817110B14827}"/>
                </a:ext>
              </a:extLst>
            </p:cNvPr>
            <p:cNvSpPr txBox="1"/>
            <p:nvPr/>
          </p:nvSpPr>
          <p:spPr>
            <a:xfrm>
              <a:off x="2026758" y="4237069"/>
              <a:ext cx="7617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00" dirty="0"/>
                <a:t>服务器节点</a:t>
              </a:r>
              <a:endParaRPr lang="en-CA" sz="900" dirty="0"/>
            </a:p>
          </p:txBody>
        </p:sp>
        <p:sp>
          <p:nvSpPr>
            <p:cNvPr id="860" name="文本框 859">
              <a:extLst>
                <a:ext uri="{FF2B5EF4-FFF2-40B4-BE49-F238E27FC236}">
                  <a16:creationId xmlns:a16="http://schemas.microsoft.com/office/drawing/2014/main" id="{A01EB5F6-BC2C-4B70-6E88-4C5BD06F4E8B}"/>
                </a:ext>
              </a:extLst>
            </p:cNvPr>
            <p:cNvSpPr txBox="1"/>
            <p:nvPr/>
          </p:nvSpPr>
          <p:spPr>
            <a:xfrm>
              <a:off x="1937416" y="3002688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</a:rPr>
                <a:t>POD</a:t>
              </a:r>
              <a:endParaRPr lang="en-CA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861" name="组合 860">
              <a:extLst>
                <a:ext uri="{FF2B5EF4-FFF2-40B4-BE49-F238E27FC236}">
                  <a16:creationId xmlns:a16="http://schemas.microsoft.com/office/drawing/2014/main" id="{013D84CE-E031-DDDD-1004-613C94ACC76C}"/>
                </a:ext>
              </a:extLst>
            </p:cNvPr>
            <p:cNvGrpSpPr/>
            <p:nvPr/>
          </p:nvGrpSpPr>
          <p:grpSpPr>
            <a:xfrm>
              <a:off x="1924657" y="2861339"/>
              <a:ext cx="402609" cy="498143"/>
              <a:chOff x="1936769" y="2883762"/>
              <a:chExt cx="402609" cy="498143"/>
            </a:xfrm>
          </p:grpSpPr>
          <p:sp>
            <p:nvSpPr>
              <p:cNvPr id="881" name="矩形: 圆角 314">
                <a:extLst>
                  <a:ext uri="{FF2B5EF4-FFF2-40B4-BE49-F238E27FC236}">
                    <a16:creationId xmlns:a16="http://schemas.microsoft.com/office/drawing/2014/main" id="{B2D144AF-CD92-7920-B9CF-B1979ACFCE7B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82" name="直接连接符 316">
                <a:extLst>
                  <a:ext uri="{FF2B5EF4-FFF2-40B4-BE49-F238E27FC236}">
                    <a16:creationId xmlns:a16="http://schemas.microsoft.com/office/drawing/2014/main" id="{E2CF7234-91D4-7479-AAE1-393FAC1B8967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3" name="文本框 882">
                <a:extLst>
                  <a:ext uri="{FF2B5EF4-FFF2-40B4-BE49-F238E27FC236}">
                    <a16:creationId xmlns:a16="http://schemas.microsoft.com/office/drawing/2014/main" id="{C69528BB-BA2D-DF00-094B-C37675582E65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62" name="组合 861">
              <a:extLst>
                <a:ext uri="{FF2B5EF4-FFF2-40B4-BE49-F238E27FC236}">
                  <a16:creationId xmlns:a16="http://schemas.microsoft.com/office/drawing/2014/main" id="{EC69E640-9572-D340-B615-EEE6B50CA62D}"/>
                </a:ext>
              </a:extLst>
            </p:cNvPr>
            <p:cNvGrpSpPr/>
            <p:nvPr/>
          </p:nvGrpSpPr>
          <p:grpSpPr>
            <a:xfrm>
              <a:off x="1942988" y="2448750"/>
              <a:ext cx="966736" cy="240720"/>
              <a:chOff x="3871118" y="3653264"/>
              <a:chExt cx="966736" cy="240720"/>
            </a:xfrm>
          </p:grpSpPr>
          <p:sp>
            <p:nvSpPr>
              <p:cNvPr id="878" name="矩形: 圆角 292">
                <a:extLst>
                  <a:ext uri="{FF2B5EF4-FFF2-40B4-BE49-F238E27FC236}">
                    <a16:creationId xmlns:a16="http://schemas.microsoft.com/office/drawing/2014/main" id="{11BBBC19-1628-C44B-D5DC-E8D5AA935334}"/>
                  </a:ext>
                </a:extLst>
              </p:cNvPr>
              <p:cNvSpPr/>
              <p:nvPr/>
            </p:nvSpPr>
            <p:spPr>
              <a:xfrm>
                <a:off x="3875633" y="3690126"/>
                <a:ext cx="962221" cy="200055"/>
              </a:xfrm>
              <a:prstGeom prst="roundRect">
                <a:avLst>
                  <a:gd name="adj" fmla="val 988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9" name="文本框 878">
                <a:extLst>
                  <a:ext uri="{FF2B5EF4-FFF2-40B4-BE49-F238E27FC236}">
                    <a16:creationId xmlns:a16="http://schemas.microsoft.com/office/drawing/2014/main" id="{143C0F20-69D7-B3DC-B40B-D2E927824FFE}"/>
                  </a:ext>
                </a:extLst>
              </p:cNvPr>
              <p:cNvSpPr txBox="1"/>
              <p:nvPr/>
            </p:nvSpPr>
            <p:spPr>
              <a:xfrm>
                <a:off x="4161818" y="3653264"/>
                <a:ext cx="1847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CA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80" name="文本框 879">
                <a:extLst>
                  <a:ext uri="{FF2B5EF4-FFF2-40B4-BE49-F238E27FC236}">
                    <a16:creationId xmlns:a16="http://schemas.microsoft.com/office/drawing/2014/main" id="{6D586DCC-E998-9428-31C2-69FABB8F8A25}"/>
                  </a:ext>
                </a:extLst>
              </p:cNvPr>
              <p:cNvSpPr txBox="1"/>
              <p:nvPr/>
            </p:nvSpPr>
            <p:spPr>
              <a:xfrm>
                <a:off x="3871118" y="3678540"/>
                <a:ext cx="9622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Per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Node</a:t>
                </a:r>
                <a:r>
                  <a:rPr lang="zh-CN" altLang="en-US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 </a:t>
                </a:r>
                <a:r>
                  <a:rPr lang="en-US" altLang="zh-CN" sz="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Proxy</a:t>
                </a:r>
                <a:endParaRPr lang="en-CA" sz="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863" name="组合 862">
              <a:extLst>
                <a:ext uri="{FF2B5EF4-FFF2-40B4-BE49-F238E27FC236}">
                  <a16:creationId xmlns:a16="http://schemas.microsoft.com/office/drawing/2014/main" id="{5136735A-6DC0-D73F-8397-6B126E75F568}"/>
                </a:ext>
              </a:extLst>
            </p:cNvPr>
            <p:cNvGrpSpPr/>
            <p:nvPr/>
          </p:nvGrpSpPr>
          <p:grpSpPr>
            <a:xfrm>
              <a:off x="2499449" y="2861339"/>
              <a:ext cx="402609" cy="498143"/>
              <a:chOff x="1936769" y="2883762"/>
              <a:chExt cx="402609" cy="498143"/>
            </a:xfrm>
          </p:grpSpPr>
          <p:sp>
            <p:nvSpPr>
              <p:cNvPr id="875" name="矩形: 圆角 314">
                <a:extLst>
                  <a:ext uri="{FF2B5EF4-FFF2-40B4-BE49-F238E27FC236}">
                    <a16:creationId xmlns:a16="http://schemas.microsoft.com/office/drawing/2014/main" id="{67A1EEA5-B79B-E20E-E188-C2CC9EEC1010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6" name="直接连接符 316">
                <a:extLst>
                  <a:ext uri="{FF2B5EF4-FFF2-40B4-BE49-F238E27FC236}">
                    <a16:creationId xmlns:a16="http://schemas.microsoft.com/office/drawing/2014/main" id="{D8E2A3F2-06C6-A2DC-AA59-2D94BEBBE3D8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7" name="文本框 876">
                <a:extLst>
                  <a:ext uri="{FF2B5EF4-FFF2-40B4-BE49-F238E27FC236}">
                    <a16:creationId xmlns:a16="http://schemas.microsoft.com/office/drawing/2014/main" id="{A9927C9A-0C6A-1CCF-9771-91C6277314DE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64" name="组合 863">
              <a:extLst>
                <a:ext uri="{FF2B5EF4-FFF2-40B4-BE49-F238E27FC236}">
                  <a16:creationId xmlns:a16="http://schemas.microsoft.com/office/drawing/2014/main" id="{DBAC27AD-36F6-A9FC-8953-4B7DB8DAE36C}"/>
                </a:ext>
              </a:extLst>
            </p:cNvPr>
            <p:cNvGrpSpPr/>
            <p:nvPr/>
          </p:nvGrpSpPr>
          <p:grpSpPr>
            <a:xfrm>
              <a:off x="2509083" y="3552250"/>
              <a:ext cx="402609" cy="498143"/>
              <a:chOff x="1936769" y="2883762"/>
              <a:chExt cx="402609" cy="498143"/>
            </a:xfrm>
          </p:grpSpPr>
          <p:sp>
            <p:nvSpPr>
              <p:cNvPr id="872" name="矩形: 圆角 314">
                <a:extLst>
                  <a:ext uri="{FF2B5EF4-FFF2-40B4-BE49-F238E27FC236}">
                    <a16:creationId xmlns:a16="http://schemas.microsoft.com/office/drawing/2014/main" id="{7D36796C-04A1-3849-7C10-A15EA5E1EF9B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3" name="直接连接符 316">
                <a:extLst>
                  <a:ext uri="{FF2B5EF4-FFF2-40B4-BE49-F238E27FC236}">
                    <a16:creationId xmlns:a16="http://schemas.microsoft.com/office/drawing/2014/main" id="{3F28D884-F3D2-B77D-EFA6-316F0F35C213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4" name="文本框 603">
                <a:extLst>
                  <a:ext uri="{FF2B5EF4-FFF2-40B4-BE49-F238E27FC236}">
                    <a16:creationId xmlns:a16="http://schemas.microsoft.com/office/drawing/2014/main" id="{E41C6CE4-4C3A-20CA-6A7A-9B1A6C12FB5A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grpSp>
          <p:nvGrpSpPr>
            <p:cNvPr id="865" name="组合 864">
              <a:extLst>
                <a:ext uri="{FF2B5EF4-FFF2-40B4-BE49-F238E27FC236}">
                  <a16:creationId xmlns:a16="http://schemas.microsoft.com/office/drawing/2014/main" id="{AA8AEBD0-5EB2-1ACB-22B8-F8320AA56D2D}"/>
                </a:ext>
              </a:extLst>
            </p:cNvPr>
            <p:cNvGrpSpPr/>
            <p:nvPr/>
          </p:nvGrpSpPr>
          <p:grpSpPr>
            <a:xfrm>
              <a:off x="1922894" y="3552250"/>
              <a:ext cx="402609" cy="498143"/>
              <a:chOff x="1936769" y="2883762"/>
              <a:chExt cx="402609" cy="498143"/>
            </a:xfrm>
          </p:grpSpPr>
          <p:sp>
            <p:nvSpPr>
              <p:cNvPr id="869" name="矩形: 圆角 314">
                <a:extLst>
                  <a:ext uri="{FF2B5EF4-FFF2-40B4-BE49-F238E27FC236}">
                    <a16:creationId xmlns:a16="http://schemas.microsoft.com/office/drawing/2014/main" id="{700B40ED-D682-D255-148B-35C16EC6DF7C}"/>
                  </a:ext>
                </a:extLst>
              </p:cNvPr>
              <p:cNvSpPr/>
              <p:nvPr/>
            </p:nvSpPr>
            <p:spPr>
              <a:xfrm>
                <a:off x="1936769" y="2883762"/>
                <a:ext cx="402609" cy="498143"/>
              </a:xfrm>
              <a:prstGeom prst="roundRect">
                <a:avLst>
                  <a:gd name="adj" fmla="val 9887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CA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0" name="直接连接符 316">
                <a:extLst>
                  <a:ext uri="{FF2B5EF4-FFF2-40B4-BE49-F238E27FC236}">
                    <a16:creationId xmlns:a16="http://schemas.microsoft.com/office/drawing/2014/main" id="{B060B190-FBAD-676F-F4C1-B73D55C4B33F}"/>
                  </a:ext>
                </a:extLst>
              </p:cNvPr>
              <p:cNvCxnSpPr/>
              <p:nvPr/>
            </p:nvCxnSpPr>
            <p:spPr>
              <a:xfrm>
                <a:off x="1936769" y="3013417"/>
                <a:ext cx="402609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1" name="文本框 603">
                <a:extLst>
                  <a:ext uri="{FF2B5EF4-FFF2-40B4-BE49-F238E27FC236}">
                    <a16:creationId xmlns:a16="http://schemas.microsoft.com/office/drawing/2014/main" id="{73AF28C9-FDCB-1FE6-1790-29064A829D81}"/>
                  </a:ext>
                </a:extLst>
              </p:cNvPr>
              <p:cNvSpPr txBox="1"/>
              <p:nvPr/>
            </p:nvSpPr>
            <p:spPr>
              <a:xfrm>
                <a:off x="1944751" y="3103306"/>
                <a:ext cx="38664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9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APP</a:t>
                </a:r>
              </a:p>
            </p:txBody>
          </p:sp>
        </p:grpSp>
        <p:cxnSp>
          <p:nvCxnSpPr>
            <p:cNvPr id="866" name="直线连接符 865">
              <a:extLst>
                <a:ext uri="{FF2B5EF4-FFF2-40B4-BE49-F238E27FC236}">
                  <a16:creationId xmlns:a16="http://schemas.microsoft.com/office/drawing/2014/main" id="{4D8BA705-14BB-52D5-8565-EC04B7715BD1}"/>
                </a:ext>
              </a:extLst>
            </p:cNvPr>
            <p:cNvCxnSpPr>
              <a:cxnSpLocks/>
            </p:cNvCxnSpPr>
            <p:nvPr/>
          </p:nvCxnSpPr>
          <p:spPr>
            <a:xfrm>
              <a:off x="2416202" y="2676767"/>
              <a:ext cx="0" cy="112455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直线连接符 866">
              <a:extLst>
                <a:ext uri="{FF2B5EF4-FFF2-40B4-BE49-F238E27FC236}">
                  <a16:creationId xmlns:a16="http://schemas.microsoft.com/office/drawing/2014/main" id="{3AAE906D-669F-1CED-1877-C2A320969475}"/>
                </a:ext>
              </a:extLst>
            </p:cNvPr>
            <p:cNvCxnSpPr>
              <a:stCxn id="881" idx="3"/>
              <a:endCxn id="875" idx="1"/>
            </p:cNvCxnSpPr>
            <p:nvPr/>
          </p:nvCxnSpPr>
          <p:spPr>
            <a:xfrm>
              <a:off x="2327266" y="3110411"/>
              <a:ext cx="172183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直线连接符 867">
              <a:extLst>
                <a:ext uri="{FF2B5EF4-FFF2-40B4-BE49-F238E27FC236}">
                  <a16:creationId xmlns:a16="http://schemas.microsoft.com/office/drawing/2014/main" id="{BEBAB8C9-480A-EE27-D8C4-644AE2D5ED76}"/>
                </a:ext>
              </a:extLst>
            </p:cNvPr>
            <p:cNvCxnSpPr>
              <a:stCxn id="869" idx="3"/>
              <a:endCxn id="872" idx="1"/>
            </p:cNvCxnSpPr>
            <p:nvPr/>
          </p:nvCxnSpPr>
          <p:spPr>
            <a:xfrm>
              <a:off x="2325503" y="3801322"/>
              <a:ext cx="18358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561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1842A-D2FA-DC71-C5A1-2CB858391B70}"/>
              </a:ext>
            </a:extLst>
          </p:cNvPr>
          <p:cNvSpPr txBox="1">
            <a:spLocks/>
          </p:cNvSpPr>
          <p:nvPr/>
        </p:nvSpPr>
        <p:spPr>
          <a:xfrm>
            <a:off x="758839" y="259875"/>
            <a:ext cx="9627551" cy="563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3948" rtl="0" fontAlgn="base">
              <a:spcBef>
                <a:spcPct val="0"/>
              </a:spcBef>
              <a:spcAft>
                <a:spcPct val="0"/>
              </a:spcAft>
              <a:defRPr sz="433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83855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67710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451564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935419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3200" dirty="0">
                <a:solidFill>
                  <a:schemeClr val="accent6"/>
                </a:solidFill>
              </a:rPr>
              <a:t>服务网格演进</a:t>
            </a:r>
            <a:r>
              <a:rPr kumimoji="1" lang="en-US" altLang="zh-CN" sz="3200" dirty="0">
                <a:solidFill>
                  <a:schemeClr val="accent6"/>
                </a:solidFill>
              </a:rPr>
              <a:t>-API</a:t>
            </a:r>
            <a:r>
              <a:rPr kumimoji="1" lang="zh-CN" altLang="en-US" sz="3200" dirty="0">
                <a:solidFill>
                  <a:schemeClr val="accent6"/>
                </a:solidFill>
              </a:rPr>
              <a:t>网关作为服务网格的关键部件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7ADE7E-70DC-866B-DE02-34D8C16E9BFB}"/>
              </a:ext>
            </a:extLst>
          </p:cNvPr>
          <p:cNvSpPr txBox="1"/>
          <p:nvPr/>
        </p:nvSpPr>
        <p:spPr>
          <a:xfrm>
            <a:off x="314972" y="1447926"/>
            <a:ext cx="4207520" cy="4115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原来服务网格架构的问题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marL="447675" lvl="1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/>
                </a:solidFill>
              </a:rPr>
              <a:t>API</a:t>
            </a:r>
            <a:r>
              <a:rPr lang="zh-CN" altLang="en-US" sz="1600" dirty="0">
                <a:solidFill>
                  <a:schemeClr val="accent6"/>
                </a:solidFill>
              </a:rPr>
              <a:t>网关和出入口网关功能重叠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marL="447675" lvl="1" indent="-1793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边车模式的低效率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indent="-1889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新的服务网格简化架构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lvl="1" indent="-1889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南北向、东西向都由</a:t>
            </a:r>
            <a:r>
              <a:rPr lang="en-US" altLang="zh-CN" sz="1600" dirty="0">
                <a:solidFill>
                  <a:schemeClr val="accent6"/>
                </a:solidFill>
              </a:rPr>
              <a:t>API</a:t>
            </a:r>
            <a:r>
              <a:rPr lang="zh-CN" altLang="en-US" sz="1600" dirty="0">
                <a:solidFill>
                  <a:schemeClr val="accent6"/>
                </a:solidFill>
              </a:rPr>
              <a:t>网关实现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lvl="1" indent="-1889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以节点网关代理代替边车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lvl="1" indent="-1889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采用</a:t>
            </a:r>
            <a:r>
              <a:rPr lang="en-US" altLang="zh-CN" sz="1600" dirty="0" err="1">
                <a:solidFill>
                  <a:schemeClr val="accent6"/>
                </a:solidFill>
              </a:rPr>
              <a:t>eBPF</a:t>
            </a:r>
            <a:r>
              <a:rPr lang="zh-CN" altLang="en-US" sz="1600" dirty="0">
                <a:solidFill>
                  <a:schemeClr val="accent6"/>
                </a:solidFill>
              </a:rPr>
              <a:t>代替</a:t>
            </a:r>
            <a:r>
              <a:rPr lang="en-US" altLang="zh-CN" sz="1600" dirty="0" err="1">
                <a:solidFill>
                  <a:schemeClr val="accent6"/>
                </a:solidFill>
              </a:rPr>
              <a:t>netfilter</a:t>
            </a:r>
            <a:r>
              <a:rPr lang="zh-CN" altLang="en-US" sz="1600" dirty="0">
                <a:solidFill>
                  <a:schemeClr val="accent6"/>
                </a:solidFill>
              </a:rPr>
              <a:t>实现透明流量劫持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lvl="1" indent="-1889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效率和性能提升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indent="-1889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服务网格集群外部采用硬件</a:t>
            </a:r>
            <a:r>
              <a:rPr lang="en-US" altLang="zh-CN" sz="1600" dirty="0">
                <a:solidFill>
                  <a:schemeClr val="accent6"/>
                </a:solidFill>
              </a:rPr>
              <a:t>API</a:t>
            </a:r>
            <a:r>
              <a:rPr lang="zh-CN" altLang="en-US" sz="1600" dirty="0">
                <a:solidFill>
                  <a:schemeClr val="accent6"/>
                </a:solidFill>
              </a:rPr>
              <a:t>网关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lvl="1" indent="-1889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性能提升</a:t>
            </a:r>
            <a:endParaRPr lang="en-US" altLang="zh-CN" sz="1600" dirty="0">
              <a:solidFill>
                <a:schemeClr val="accent6"/>
              </a:solidFill>
            </a:endParaRPr>
          </a:p>
          <a:p>
            <a:pPr lvl="1" indent="-1889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6"/>
                </a:solidFill>
              </a:rPr>
              <a:t>支持高并发流量</a:t>
            </a:r>
            <a:endParaRPr lang="en-US" altLang="zh-CN" sz="1600" dirty="0">
              <a:solidFill>
                <a:schemeClr val="accent6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A268ED-596E-8CED-F8FF-9EB0B196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520" y="2273082"/>
            <a:ext cx="7194115" cy="349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17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5D20DBC-04CA-3FD6-07A9-2035CC127CC7}"/>
              </a:ext>
            </a:extLst>
          </p:cNvPr>
          <p:cNvSpPr txBox="1"/>
          <p:nvPr/>
        </p:nvSpPr>
        <p:spPr>
          <a:xfrm>
            <a:off x="842340" y="1502179"/>
            <a:ext cx="1031930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弹性连接：服务到服务的通信必须能够跨越云、集群和场所等边界。通信必须具有弹性和容错性。</a:t>
            </a:r>
            <a:endParaRPr lang="en-US" altLang="zh-CN" sz="2000" b="0" i="0" dirty="0">
              <a:solidFill>
                <a:srgbClr val="0A0B0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L7</a:t>
            </a: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流量管理：负载平衡、速率限制和恢复能力必须支持</a:t>
            </a:r>
            <a:r>
              <a:rPr lang="en-US" altLang="zh-CN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L7</a:t>
            </a: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REST</a:t>
            </a: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0" i="0" dirty="0" err="1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gRPC</a:t>
            </a: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WebSocket</a:t>
            </a: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等）。</a:t>
            </a:r>
            <a:endParaRPr lang="en-US" altLang="zh-CN" sz="2000" b="0" i="0" dirty="0">
              <a:solidFill>
                <a:srgbClr val="0A0B0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基于身份的安全性：仅仅依靠网络标识符来实现安全性已经不够了，发送和接收服务都必须能够基于身份而不是网络标识符来相互验证。</a:t>
            </a:r>
            <a:endParaRPr lang="en-US" altLang="zh-CN" sz="2000" b="0" i="0" dirty="0">
              <a:solidFill>
                <a:srgbClr val="0A0B0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可观察性和跟踪：跟踪和度量形式的可观察性对于理解、监控和排除应用程序的稳定性、性能和可用性至关重要。</a:t>
            </a:r>
            <a:endParaRPr lang="en-US" altLang="zh-CN" sz="2000" b="0" i="0" dirty="0">
              <a:solidFill>
                <a:srgbClr val="0A0B0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A0B0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透明性：该功能必须以透明的方式提供给应用程序，即无需更改应用程序代码。</a:t>
            </a:r>
            <a:endParaRPr lang="en-US" altLang="zh-CN" sz="2000" b="0" i="0" dirty="0">
              <a:solidFill>
                <a:srgbClr val="0A0B0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CA25C49-C093-E9D3-C943-4F7381F3C218}"/>
              </a:ext>
            </a:extLst>
          </p:cNvPr>
          <p:cNvSpPr txBox="1">
            <a:spLocks/>
          </p:cNvSpPr>
          <p:nvPr/>
        </p:nvSpPr>
        <p:spPr>
          <a:xfrm>
            <a:off x="758840" y="259875"/>
            <a:ext cx="7335472" cy="563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3948" rtl="0" fontAlgn="base">
              <a:spcBef>
                <a:spcPct val="0"/>
              </a:spcBef>
              <a:spcAft>
                <a:spcPct val="0"/>
              </a:spcAft>
              <a:defRPr sz="433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83855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67710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451564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935419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chemeClr val="accent6"/>
                </a:solidFill>
              </a:rPr>
              <a:t>服务网格代理的关键功能</a:t>
            </a:r>
          </a:p>
        </p:txBody>
      </p:sp>
    </p:spTree>
    <p:extLst>
      <p:ext uri="{BB962C8B-B14F-4D97-AF65-F5344CB8AC3E}">
        <p14:creationId xmlns:p14="http://schemas.microsoft.com/office/powerpoint/2010/main" val="176298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eBPF will solve Service Mesh – Goodbye Sidecars">
            <a:extLst>
              <a:ext uri="{FF2B5EF4-FFF2-40B4-BE49-F238E27FC236}">
                <a16:creationId xmlns:a16="http://schemas.microsoft.com/office/drawing/2014/main" id="{108BFA2A-F614-8FEB-3FF7-54B994B6C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62" y="3874408"/>
            <a:ext cx="5300247" cy="2769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9330F07-73F7-99BD-3D50-728D2F81E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99" y="1249104"/>
            <a:ext cx="5761361" cy="2503717"/>
          </a:xfrm>
          <a:prstGeom prst="rect">
            <a:avLst/>
          </a:prstGeom>
        </p:spPr>
      </p:pic>
      <p:sp>
        <p:nvSpPr>
          <p:cNvPr id="3" name="箭头: 圆角右 2">
            <a:extLst>
              <a:ext uri="{FF2B5EF4-FFF2-40B4-BE49-F238E27FC236}">
                <a16:creationId xmlns:a16="http://schemas.microsoft.com/office/drawing/2014/main" id="{2E0D5E4D-656D-A9CB-733C-D64103EB40A1}"/>
              </a:ext>
            </a:extLst>
          </p:cNvPr>
          <p:cNvSpPr/>
          <p:nvPr/>
        </p:nvSpPr>
        <p:spPr>
          <a:xfrm rot="5400000">
            <a:off x="6272341" y="3170825"/>
            <a:ext cx="515167" cy="516350"/>
          </a:xfrm>
          <a:prstGeom prst="ben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Picture 4" descr="Cost of sidecar injection">
            <a:extLst>
              <a:ext uri="{FF2B5EF4-FFF2-40B4-BE49-F238E27FC236}">
                <a16:creationId xmlns:a16="http://schemas.microsoft.com/office/drawing/2014/main" id="{8FE233E2-E8F0-2F9C-5506-DCC337840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749" y="1050877"/>
            <a:ext cx="5526187" cy="312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BPF Service Mesh Architecture">
            <a:extLst>
              <a:ext uri="{FF2B5EF4-FFF2-40B4-BE49-F238E27FC236}">
                <a16:creationId xmlns:a16="http://schemas.microsoft.com/office/drawing/2014/main" id="{CDB058DC-08DD-E310-9995-74DA67A4A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171" y="4092420"/>
            <a:ext cx="5911067" cy="259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BA925B3E-8D52-F1E1-5E49-6CC0F7E1C436}"/>
              </a:ext>
            </a:extLst>
          </p:cNvPr>
          <p:cNvSpPr/>
          <p:nvPr/>
        </p:nvSpPr>
        <p:spPr>
          <a:xfrm>
            <a:off x="6388011" y="2858299"/>
            <a:ext cx="460397" cy="313117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6EA66BD9-E231-2F91-67A2-0DAC3A083241}"/>
              </a:ext>
            </a:extLst>
          </p:cNvPr>
          <p:cNvSpPr/>
          <p:nvPr/>
        </p:nvSpPr>
        <p:spPr>
          <a:xfrm>
            <a:off x="8811491" y="3752821"/>
            <a:ext cx="281354" cy="339599"/>
          </a:xfrm>
          <a:prstGeom prst="down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DAF8CE28-614E-5478-9A87-0DBA2C2707F1}"/>
              </a:ext>
            </a:extLst>
          </p:cNvPr>
          <p:cNvSpPr/>
          <p:nvPr/>
        </p:nvSpPr>
        <p:spPr>
          <a:xfrm>
            <a:off x="5920171" y="5275385"/>
            <a:ext cx="467840" cy="284858"/>
          </a:xfrm>
          <a:prstGeom prst="lef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93141C3-B3D9-D7FE-F2A7-E55A2BBD3614}"/>
              </a:ext>
            </a:extLst>
          </p:cNvPr>
          <p:cNvSpPr txBox="1">
            <a:spLocks/>
          </p:cNvSpPr>
          <p:nvPr/>
        </p:nvSpPr>
        <p:spPr>
          <a:xfrm>
            <a:off x="758840" y="259875"/>
            <a:ext cx="7335472" cy="563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3948" rtl="0" fontAlgn="base">
              <a:spcBef>
                <a:spcPct val="0"/>
              </a:spcBef>
              <a:spcAft>
                <a:spcPct val="0"/>
              </a:spcAft>
              <a:defRPr sz="433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83855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67710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451564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935419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chemeClr val="accent6"/>
                </a:solidFill>
              </a:rPr>
              <a:t>从边车代理到节点代理</a:t>
            </a:r>
            <a:r>
              <a:rPr kumimoji="1" lang="en-US" altLang="zh-CN" sz="3200" dirty="0">
                <a:solidFill>
                  <a:schemeClr val="accent6"/>
                </a:solidFill>
              </a:rPr>
              <a:t>-Cilium</a:t>
            </a:r>
            <a:r>
              <a:rPr kumimoji="1" lang="zh-CN" altLang="en-US" sz="3200" dirty="0">
                <a:solidFill>
                  <a:schemeClr val="accent6"/>
                </a:solidFill>
              </a:rPr>
              <a:t>介绍</a:t>
            </a:r>
          </a:p>
        </p:txBody>
      </p:sp>
    </p:spTree>
    <p:extLst>
      <p:ext uri="{BB962C8B-B14F-4D97-AF65-F5344CB8AC3E}">
        <p14:creationId xmlns:p14="http://schemas.microsoft.com/office/powerpoint/2010/main" val="164617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BPF per-node Proxy">
            <a:extLst>
              <a:ext uri="{FF2B5EF4-FFF2-40B4-BE49-F238E27FC236}">
                <a16:creationId xmlns:a16="http://schemas.microsoft.com/office/drawing/2014/main" id="{FAEBE1CF-516C-B12B-1073-8499158C6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595" y="2937234"/>
            <a:ext cx="6265267" cy="277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umber of proxies">
            <a:extLst>
              <a:ext uri="{FF2B5EF4-FFF2-40B4-BE49-F238E27FC236}">
                <a16:creationId xmlns:a16="http://schemas.microsoft.com/office/drawing/2014/main" id="{32DD9352-D479-0122-D086-4B13ED580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83" y="1214126"/>
            <a:ext cx="5936804" cy="204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nvoy Namespaces">
            <a:extLst>
              <a:ext uri="{FF2B5EF4-FFF2-40B4-BE49-F238E27FC236}">
                <a16:creationId xmlns:a16="http://schemas.microsoft.com/office/drawing/2014/main" id="{C44820BD-0398-E5C2-5979-1FB8545E4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83" y="3809189"/>
            <a:ext cx="4651512" cy="2589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箭头: 圆角右 1">
            <a:extLst>
              <a:ext uri="{FF2B5EF4-FFF2-40B4-BE49-F238E27FC236}">
                <a16:creationId xmlns:a16="http://schemas.microsoft.com/office/drawing/2014/main" id="{52BC1064-8BAA-0DA2-67FE-34321A3B5851}"/>
              </a:ext>
            </a:extLst>
          </p:cNvPr>
          <p:cNvSpPr/>
          <p:nvPr/>
        </p:nvSpPr>
        <p:spPr>
          <a:xfrm rot="5400000">
            <a:off x="6562199" y="2328574"/>
            <a:ext cx="586409" cy="630913"/>
          </a:xfrm>
          <a:prstGeom prst="ben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箭头: 左 2">
            <a:extLst>
              <a:ext uri="{FF2B5EF4-FFF2-40B4-BE49-F238E27FC236}">
                <a16:creationId xmlns:a16="http://schemas.microsoft.com/office/drawing/2014/main" id="{9F1653CB-7862-C936-F872-5034041A9F7C}"/>
              </a:ext>
            </a:extLst>
          </p:cNvPr>
          <p:cNvSpPr/>
          <p:nvPr/>
        </p:nvSpPr>
        <p:spPr>
          <a:xfrm>
            <a:off x="4772216" y="4656537"/>
            <a:ext cx="685800" cy="397566"/>
          </a:xfrm>
          <a:prstGeom prst="lef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C0224F3-5ED3-D03F-EB25-AA14FA8CB70A}"/>
              </a:ext>
            </a:extLst>
          </p:cNvPr>
          <p:cNvSpPr txBox="1">
            <a:spLocks/>
          </p:cNvSpPr>
          <p:nvPr/>
        </p:nvSpPr>
        <p:spPr>
          <a:xfrm>
            <a:off x="758840" y="259875"/>
            <a:ext cx="7335472" cy="563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3948" rtl="0" fontAlgn="base">
              <a:spcBef>
                <a:spcPct val="0"/>
              </a:spcBef>
              <a:spcAft>
                <a:spcPct val="0"/>
              </a:spcAft>
              <a:defRPr sz="433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83855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67710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451564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935419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chemeClr val="accent6"/>
                </a:solidFill>
              </a:rPr>
              <a:t>从边车代理到节点代理</a:t>
            </a:r>
            <a:r>
              <a:rPr kumimoji="1" lang="en-US" altLang="zh-CN" sz="3200" dirty="0">
                <a:solidFill>
                  <a:schemeClr val="accent6"/>
                </a:solidFill>
              </a:rPr>
              <a:t>-</a:t>
            </a:r>
            <a:r>
              <a:rPr kumimoji="1" lang="zh-CN" altLang="en-US" sz="3200" dirty="0">
                <a:solidFill>
                  <a:schemeClr val="accent6"/>
                </a:solidFill>
              </a:rPr>
              <a:t>多租户模式</a:t>
            </a:r>
          </a:p>
        </p:txBody>
      </p:sp>
    </p:spTree>
    <p:extLst>
      <p:ext uri="{BB962C8B-B14F-4D97-AF65-F5344CB8AC3E}">
        <p14:creationId xmlns:p14="http://schemas.microsoft.com/office/powerpoint/2010/main" val="1347655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rakenD flow">
            <a:extLst>
              <a:ext uri="{FF2B5EF4-FFF2-40B4-BE49-F238E27FC236}">
                <a16:creationId xmlns:a16="http://schemas.microsoft.com/office/drawing/2014/main" id="{32B5BB40-826D-AAF9-4428-BBDACCBB8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73" y="3331340"/>
            <a:ext cx="5489291" cy="213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CC86CDD-77FD-BAAC-F1FC-110E78DB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023" y="1777645"/>
            <a:ext cx="5629978" cy="3609082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E696FED2-A982-B013-C256-6235E7D66F5C}"/>
              </a:ext>
            </a:extLst>
          </p:cNvPr>
          <p:cNvSpPr txBox="1">
            <a:spLocks/>
          </p:cNvSpPr>
          <p:nvPr/>
        </p:nvSpPr>
        <p:spPr>
          <a:xfrm>
            <a:off x="758840" y="259875"/>
            <a:ext cx="7335472" cy="563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3948" rtl="0" fontAlgn="base">
              <a:spcBef>
                <a:spcPct val="0"/>
              </a:spcBef>
              <a:spcAft>
                <a:spcPct val="0"/>
              </a:spcAft>
              <a:defRPr sz="433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83855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67710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451564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935419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chemeClr val="accent6"/>
                </a:solidFill>
              </a:rPr>
              <a:t>全球著名</a:t>
            </a:r>
            <a:r>
              <a:rPr kumimoji="1" lang="en-US" altLang="zh-CN" sz="3200" dirty="0">
                <a:solidFill>
                  <a:schemeClr val="accent6"/>
                </a:solidFill>
              </a:rPr>
              <a:t>API</a:t>
            </a:r>
            <a:r>
              <a:rPr kumimoji="1" lang="zh-CN" altLang="en-US" sz="3200" dirty="0">
                <a:solidFill>
                  <a:schemeClr val="accent6"/>
                </a:solidFill>
              </a:rPr>
              <a:t>网关排名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29A398-94AA-B4DD-1680-35041332C1F5}"/>
              </a:ext>
            </a:extLst>
          </p:cNvPr>
          <p:cNvSpPr txBox="1"/>
          <p:nvPr/>
        </p:nvSpPr>
        <p:spPr>
          <a:xfrm>
            <a:off x="957123" y="1777645"/>
            <a:ext cx="5089855" cy="1294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目前</a:t>
            </a:r>
            <a:r>
              <a:rPr lang="en-US" altLang="zh-CN" dirty="0">
                <a:solidFill>
                  <a:schemeClr val="accent6"/>
                </a:solidFill>
              </a:rPr>
              <a:t>16</a:t>
            </a:r>
            <a:r>
              <a:rPr lang="zh-CN" altLang="en-US" dirty="0">
                <a:solidFill>
                  <a:schemeClr val="accent6"/>
                </a:solidFill>
              </a:rPr>
              <a:t>家</a:t>
            </a:r>
            <a:r>
              <a:rPr lang="en-US" altLang="zh-CN" dirty="0">
                <a:solidFill>
                  <a:schemeClr val="accent6"/>
                </a:solidFill>
              </a:rPr>
              <a:t>API</a:t>
            </a:r>
            <a:r>
              <a:rPr lang="zh-CN" altLang="en-US" dirty="0">
                <a:solidFill>
                  <a:schemeClr val="accent6"/>
                </a:solidFill>
              </a:rPr>
              <a:t>厂商，没有一家硬件厂商</a:t>
            </a:r>
            <a:endParaRPr lang="en-US" altLang="zh-CN" dirty="0">
              <a:solidFill>
                <a:schemeClr val="accent6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最快厂商 </a:t>
            </a:r>
            <a:r>
              <a:rPr lang="en-US" altLang="zh-CN" dirty="0" err="1">
                <a:solidFill>
                  <a:schemeClr val="accent6"/>
                </a:solidFill>
              </a:rPr>
              <a:t>KrakenD</a:t>
            </a:r>
            <a:r>
              <a:rPr lang="en-US" altLang="zh-CN" dirty="0">
                <a:solidFill>
                  <a:schemeClr val="accent6"/>
                </a:solidFill>
              </a:rPr>
              <a:t> API</a:t>
            </a:r>
            <a:r>
              <a:rPr lang="zh-CN" altLang="en-US" dirty="0">
                <a:solidFill>
                  <a:schemeClr val="accent6"/>
                </a:solidFill>
              </a:rPr>
              <a:t>网关延迟 </a:t>
            </a:r>
            <a:r>
              <a:rPr lang="en-US" altLang="zh-CN" dirty="0">
                <a:solidFill>
                  <a:schemeClr val="accent6"/>
                </a:solidFill>
              </a:rPr>
              <a:t>5.5ms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关键要求：简易性、无状态性、不变性、性能</a:t>
            </a:r>
            <a:endParaRPr lang="en-US" altLang="zh-C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67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51B94-2D13-698E-946D-C47E23B48D17}"/>
              </a:ext>
            </a:extLst>
          </p:cNvPr>
          <p:cNvSpPr txBox="1">
            <a:spLocks/>
          </p:cNvSpPr>
          <p:nvPr/>
        </p:nvSpPr>
        <p:spPr>
          <a:xfrm>
            <a:off x="225469" y="232145"/>
            <a:ext cx="8987424" cy="582047"/>
          </a:xfrm>
          <a:prstGeom prst="rect">
            <a:avLst/>
          </a:prstGeom>
        </p:spPr>
        <p:txBody>
          <a:bodyPr/>
          <a:lstStyle>
            <a:lvl1pPr algn="ctr" defTabSz="913948" rtl="0" fontAlgn="base">
              <a:spcBef>
                <a:spcPct val="0"/>
              </a:spcBef>
              <a:spcAft>
                <a:spcPct val="0"/>
              </a:spcAft>
              <a:defRPr sz="433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83855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67710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451564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935419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dirty="0">
                <a:solidFill>
                  <a:schemeClr val="accent6"/>
                </a:solidFill>
              </a:rPr>
              <a:t>网络应用引擎的方向和挑战 </a:t>
            </a:r>
            <a:r>
              <a:rPr lang="en-US" altLang="zh-CN" sz="3200" dirty="0">
                <a:solidFill>
                  <a:schemeClr val="accent6"/>
                </a:solidFill>
              </a:rPr>
              <a:t>– </a:t>
            </a:r>
            <a:r>
              <a:rPr lang="zh-CN" altLang="en-US" sz="3200" dirty="0">
                <a:solidFill>
                  <a:schemeClr val="accent6"/>
                </a:solidFill>
              </a:rPr>
              <a:t>俄罗斯团队的观点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821430-9173-45AB-5103-D1C8C969F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1133154"/>
            <a:ext cx="10869542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50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E627A-9BB8-F1E7-C64A-BC395A4D46F7}"/>
              </a:ext>
            </a:extLst>
          </p:cNvPr>
          <p:cNvSpPr txBox="1">
            <a:spLocks/>
          </p:cNvSpPr>
          <p:nvPr/>
        </p:nvSpPr>
        <p:spPr>
          <a:xfrm>
            <a:off x="225469" y="232145"/>
            <a:ext cx="8987424" cy="582047"/>
          </a:xfrm>
          <a:prstGeom prst="rect">
            <a:avLst/>
          </a:prstGeom>
        </p:spPr>
        <p:txBody>
          <a:bodyPr/>
          <a:lstStyle>
            <a:lvl1pPr algn="ctr" defTabSz="913948" rtl="0" fontAlgn="base">
              <a:spcBef>
                <a:spcPct val="0"/>
              </a:spcBef>
              <a:spcAft>
                <a:spcPct val="0"/>
              </a:spcAft>
              <a:defRPr sz="433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83855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67710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451564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935419" algn="ctr" defTabSz="913948" rtl="0" fontAlgn="base">
              <a:spcBef>
                <a:spcPct val="0"/>
              </a:spcBef>
              <a:spcAft>
                <a:spcPct val="0"/>
              </a:spcAft>
              <a:defRPr sz="4339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dirty="0">
                <a:solidFill>
                  <a:schemeClr val="accent6"/>
                </a:solidFill>
              </a:rPr>
              <a:t>下一代应用引擎</a:t>
            </a:r>
            <a:r>
              <a:rPr lang="en-US" altLang="zh-CN" sz="3200" dirty="0">
                <a:solidFill>
                  <a:schemeClr val="accent6"/>
                </a:solidFill>
              </a:rPr>
              <a:t>/</a:t>
            </a:r>
            <a:r>
              <a:rPr lang="zh-CN" altLang="en-US" sz="3200" dirty="0">
                <a:solidFill>
                  <a:schemeClr val="accent6"/>
                </a:solidFill>
              </a:rPr>
              <a:t>服务网格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830DB0-BA39-338E-9569-462380936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081" y="2097779"/>
            <a:ext cx="8168523" cy="335237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CF5E4BB-F577-01A1-41F4-A178FB5DD02D}"/>
              </a:ext>
            </a:extLst>
          </p:cNvPr>
          <p:cNvSpPr txBox="1"/>
          <p:nvPr/>
        </p:nvSpPr>
        <p:spPr>
          <a:xfrm>
            <a:off x="706170" y="1837854"/>
            <a:ext cx="30123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内置</a:t>
            </a:r>
            <a:r>
              <a:rPr lang="en-US" altLang="zh-CN" dirty="0">
                <a:solidFill>
                  <a:schemeClr val="accent6"/>
                </a:solidFill>
              </a:rPr>
              <a:t>WASM</a:t>
            </a:r>
            <a:r>
              <a:rPr lang="zh-CN" altLang="en-US" dirty="0">
                <a:solidFill>
                  <a:schemeClr val="accent6"/>
                </a:solidFill>
              </a:rPr>
              <a:t>解释器</a:t>
            </a:r>
            <a:endParaRPr lang="en-US" altLang="zh-CN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提供应用容器</a:t>
            </a:r>
            <a:endParaRPr lang="en-US" altLang="zh-CN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应用间通信采用共享内存</a:t>
            </a:r>
            <a:endParaRPr lang="en-US" altLang="zh-CN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认证和</a:t>
            </a:r>
            <a:r>
              <a:rPr lang="en-US" altLang="zh-CN" dirty="0" err="1">
                <a:solidFill>
                  <a:schemeClr val="accent6"/>
                </a:solidFill>
              </a:rPr>
              <a:t>mTLS</a:t>
            </a:r>
            <a:endParaRPr lang="en-US" altLang="zh-CN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配置动态加载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62F690-3C8E-6C56-2875-A5BF29913BCE}"/>
              </a:ext>
            </a:extLst>
          </p:cNvPr>
          <p:cNvGrpSpPr/>
          <p:nvPr/>
        </p:nvGrpSpPr>
        <p:grpSpPr>
          <a:xfrm>
            <a:off x="706170" y="3773964"/>
            <a:ext cx="2567275" cy="2119184"/>
            <a:chOff x="1540905" y="1154847"/>
            <a:chExt cx="2567275" cy="2119184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E4C5137-9BBB-CA1C-61F5-CD5472756E40}"/>
                </a:ext>
              </a:extLst>
            </p:cNvPr>
            <p:cNvSpPr/>
            <p:nvPr/>
          </p:nvSpPr>
          <p:spPr>
            <a:xfrm>
              <a:off x="1540905" y="1154847"/>
              <a:ext cx="2567275" cy="2119184"/>
            </a:xfrm>
            <a:prstGeom prst="roundRect">
              <a:avLst>
                <a:gd name="adj" fmla="val 31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BE4725-FA1B-2C51-A43E-365B6AED2C0F}"/>
                </a:ext>
              </a:extLst>
            </p:cNvPr>
            <p:cNvSpPr/>
            <p:nvPr/>
          </p:nvSpPr>
          <p:spPr>
            <a:xfrm>
              <a:off x="1651882" y="2397890"/>
              <a:ext cx="2359589" cy="671636"/>
            </a:xfrm>
            <a:prstGeom prst="rect">
              <a:avLst/>
            </a:prstGeom>
            <a:solidFill>
              <a:srgbClr val="E3A7D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应用引擎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</a:rPr>
                <a:t>节点网关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EA1FB6E-8955-52D9-39B8-B7C4AC625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GlowEdg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8300" y="2725728"/>
              <a:ext cx="312144" cy="312144"/>
            </a:xfrm>
            <a:prstGeom prst="rect">
              <a:avLst/>
            </a:prstGeom>
          </p:spPr>
        </p:pic>
        <p:pic>
          <p:nvPicPr>
            <p:cNvPr id="9" name="Picture 27" descr="png-1075">
              <a:extLst>
                <a:ext uri="{FF2B5EF4-FFF2-40B4-BE49-F238E27FC236}">
                  <a16:creationId xmlns:a16="http://schemas.microsoft.com/office/drawing/2014/main" id="{D1993BEF-9E4E-4044-E9AB-533EF5C3CF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5737" y="2759929"/>
              <a:ext cx="276142" cy="276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F41168C-8C4E-30AE-3A89-053203F1E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47144" y="2775763"/>
              <a:ext cx="276142" cy="244880"/>
            </a:xfrm>
            <a:prstGeom prst="rect">
              <a:avLst/>
            </a:prstGeom>
          </p:spPr>
        </p:pic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340A5BC-7CA3-89A1-FF3A-978F16E00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5044" y="1863380"/>
              <a:ext cx="0" cy="276160"/>
            </a:xfrm>
            <a:prstGeom prst="line">
              <a:avLst/>
            </a:prstGeom>
            <a:ln w="28575">
              <a:solidFill>
                <a:srgbClr val="00B050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EF1A8BE-DE40-6B10-16D4-58F0470A3EC2}"/>
                </a:ext>
              </a:extLst>
            </p:cNvPr>
            <p:cNvSpPr/>
            <p:nvPr/>
          </p:nvSpPr>
          <p:spPr>
            <a:xfrm>
              <a:off x="1651882" y="2136447"/>
              <a:ext cx="2359589" cy="239125"/>
            </a:xfrm>
            <a:prstGeom prst="rect">
              <a:avLst/>
            </a:prstGeom>
            <a:solidFill>
              <a:srgbClr val="E3A7D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WASM Module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FD08A0BA-90BC-6876-5213-79CCEDEB4335}"/>
                </a:ext>
              </a:extLst>
            </p:cNvPr>
            <p:cNvGrpSpPr/>
            <p:nvPr/>
          </p:nvGrpSpPr>
          <p:grpSpPr>
            <a:xfrm>
              <a:off x="1651882" y="1327839"/>
              <a:ext cx="488092" cy="438665"/>
              <a:chOff x="7234881" y="1946189"/>
              <a:chExt cx="488092" cy="438665"/>
            </a:xfrm>
          </p:grpSpPr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3F464F68-B859-0585-D6E3-F0818FA18B07}"/>
                  </a:ext>
                </a:extLst>
              </p:cNvPr>
              <p:cNvGrpSpPr/>
              <p:nvPr/>
            </p:nvGrpSpPr>
            <p:grpSpPr>
              <a:xfrm>
                <a:off x="7234881" y="1946189"/>
                <a:ext cx="488092" cy="438665"/>
                <a:chOff x="7234881" y="1946189"/>
                <a:chExt cx="488092" cy="438665"/>
              </a:xfrm>
            </p:grpSpPr>
            <p:sp>
              <p:nvSpPr>
                <p:cNvPr id="85" name="矩形: 圆角 84">
                  <a:extLst>
                    <a:ext uri="{FF2B5EF4-FFF2-40B4-BE49-F238E27FC236}">
                      <a16:creationId xmlns:a16="http://schemas.microsoft.com/office/drawing/2014/main" id="{8F531AAE-2075-A98D-B645-F8ABCD69B28C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DF9FD204-362B-F176-7B73-6E9E772642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6422690C-97BF-4FB8-B957-4284B38AA6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84" name="图片 83">
                <a:extLst>
                  <a:ext uri="{FF2B5EF4-FFF2-40B4-BE49-F238E27FC236}">
                    <a16:creationId xmlns:a16="http://schemas.microsoft.com/office/drawing/2014/main" id="{F1439AEC-E900-31AA-D9D8-BD952B602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85238" y="2108540"/>
                <a:ext cx="387378" cy="239122"/>
              </a:xfrm>
              <a:prstGeom prst="rect">
                <a:avLst/>
              </a:prstGeom>
            </p:spPr>
          </p:pic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B55C91F-80D4-8FCF-04B2-B40989D8975A}"/>
                </a:ext>
              </a:extLst>
            </p:cNvPr>
            <p:cNvGrpSpPr/>
            <p:nvPr/>
          </p:nvGrpSpPr>
          <p:grpSpPr>
            <a:xfrm>
              <a:off x="2273176" y="1331755"/>
              <a:ext cx="488092" cy="438665"/>
              <a:chOff x="8892097" y="1233616"/>
              <a:chExt cx="488092" cy="438665"/>
            </a:xfrm>
          </p:grpSpPr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8313A620-3F9A-3DB0-C9FC-83DE435F2005}"/>
                  </a:ext>
                </a:extLst>
              </p:cNvPr>
              <p:cNvGrpSpPr/>
              <p:nvPr/>
            </p:nvGrpSpPr>
            <p:grpSpPr>
              <a:xfrm>
                <a:off x="8892097" y="1233616"/>
                <a:ext cx="488092" cy="438665"/>
                <a:chOff x="7234881" y="1946189"/>
                <a:chExt cx="488092" cy="438665"/>
              </a:xfrm>
            </p:grpSpPr>
            <p:sp>
              <p:nvSpPr>
                <p:cNvPr id="80" name="矩形: 圆角 79">
                  <a:extLst>
                    <a:ext uri="{FF2B5EF4-FFF2-40B4-BE49-F238E27FC236}">
                      <a16:creationId xmlns:a16="http://schemas.microsoft.com/office/drawing/2014/main" id="{F2857A84-43F7-33C9-23A2-612B7332D160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ABAC8C2B-69D1-2D63-A06F-1F8CBB0B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84B39F21-B634-2132-52CE-25AE25EAF6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043AFF58-59BF-48A5-94B8-1266FEC468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86183" y="1392515"/>
                <a:ext cx="268961" cy="246026"/>
              </a:xfrm>
              <a:prstGeom prst="rect">
                <a:avLst/>
              </a:prstGeom>
            </p:spPr>
          </p:pic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200E296-2CBB-234A-8F74-2DA324A75E58}"/>
                </a:ext>
              </a:extLst>
            </p:cNvPr>
            <p:cNvGrpSpPr/>
            <p:nvPr/>
          </p:nvGrpSpPr>
          <p:grpSpPr>
            <a:xfrm>
              <a:off x="1688521" y="1360609"/>
              <a:ext cx="488092" cy="438665"/>
              <a:chOff x="7234881" y="1946189"/>
              <a:chExt cx="488092" cy="438665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06A22677-8DC0-114E-D3D1-4EB78A0A7259}"/>
                  </a:ext>
                </a:extLst>
              </p:cNvPr>
              <p:cNvGrpSpPr/>
              <p:nvPr/>
            </p:nvGrpSpPr>
            <p:grpSpPr>
              <a:xfrm>
                <a:off x="7234881" y="1946189"/>
                <a:ext cx="488092" cy="438665"/>
                <a:chOff x="7234881" y="1946189"/>
                <a:chExt cx="488092" cy="438665"/>
              </a:xfrm>
            </p:grpSpPr>
            <p:sp>
              <p:nvSpPr>
                <p:cNvPr id="75" name="矩形: 圆角 74">
                  <a:extLst>
                    <a:ext uri="{FF2B5EF4-FFF2-40B4-BE49-F238E27FC236}">
                      <a16:creationId xmlns:a16="http://schemas.microsoft.com/office/drawing/2014/main" id="{E0E64903-5FDC-3936-00E0-7A01AAB5BFD4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76" name="直接连接符 75">
                  <a:extLst>
                    <a:ext uri="{FF2B5EF4-FFF2-40B4-BE49-F238E27FC236}">
                      <a16:creationId xmlns:a16="http://schemas.microsoft.com/office/drawing/2014/main" id="{628B655F-D03B-96DB-838C-FDEEC6A30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>
                  <a:extLst>
                    <a:ext uri="{FF2B5EF4-FFF2-40B4-BE49-F238E27FC236}">
                      <a16:creationId xmlns:a16="http://schemas.microsoft.com/office/drawing/2014/main" id="{DB3C7256-CC0E-3B31-18F0-1BF326A1F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B1742D7C-2866-E21E-08BE-FEC66B0B79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85238" y="2108540"/>
                <a:ext cx="387378" cy="239122"/>
              </a:xfrm>
              <a:prstGeom prst="rect">
                <a:avLst/>
              </a:prstGeom>
            </p:spPr>
          </p:pic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A8C947C-D7C0-4B51-60FC-23EA11283A80}"/>
                </a:ext>
              </a:extLst>
            </p:cNvPr>
            <p:cNvGrpSpPr/>
            <p:nvPr/>
          </p:nvGrpSpPr>
          <p:grpSpPr>
            <a:xfrm>
              <a:off x="1724464" y="1387201"/>
              <a:ext cx="488092" cy="438665"/>
              <a:chOff x="7234881" y="1946189"/>
              <a:chExt cx="488092" cy="438665"/>
            </a:xfrm>
          </p:grpSpPr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2885A714-9439-2D91-B542-82373C7F026A}"/>
                  </a:ext>
                </a:extLst>
              </p:cNvPr>
              <p:cNvGrpSpPr/>
              <p:nvPr/>
            </p:nvGrpSpPr>
            <p:grpSpPr>
              <a:xfrm>
                <a:off x="7234881" y="1946189"/>
                <a:ext cx="488092" cy="438665"/>
                <a:chOff x="7234881" y="1946189"/>
                <a:chExt cx="488092" cy="438665"/>
              </a:xfrm>
            </p:grpSpPr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10957AED-D0F5-9ECF-27A7-466473B93EA2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FFC99B39-D47A-1EA7-CA10-05965914DD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BCFC1445-C077-BB72-55C5-A51E1878B6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E8243996-350B-ABF6-2CC6-9CFFA669BA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85238" y="2108540"/>
                <a:ext cx="387378" cy="239122"/>
              </a:xfrm>
              <a:prstGeom prst="rect">
                <a:avLst/>
              </a:prstGeom>
            </p:spPr>
          </p:pic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8FD403B-4EF0-8595-C601-C1570D6E478B}"/>
                </a:ext>
              </a:extLst>
            </p:cNvPr>
            <p:cNvGrpSpPr/>
            <p:nvPr/>
          </p:nvGrpSpPr>
          <p:grpSpPr>
            <a:xfrm>
              <a:off x="2302931" y="1367480"/>
              <a:ext cx="488092" cy="438665"/>
              <a:chOff x="8892097" y="1233616"/>
              <a:chExt cx="488092" cy="438665"/>
            </a:xfrm>
          </p:grpSpPr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3D6178F1-82C1-25D3-FA75-92224CFFC962}"/>
                  </a:ext>
                </a:extLst>
              </p:cNvPr>
              <p:cNvGrpSpPr/>
              <p:nvPr/>
            </p:nvGrpSpPr>
            <p:grpSpPr>
              <a:xfrm>
                <a:off x="8892097" y="1233616"/>
                <a:ext cx="488092" cy="438665"/>
                <a:chOff x="7234881" y="1946189"/>
                <a:chExt cx="488092" cy="438665"/>
              </a:xfrm>
            </p:grpSpPr>
            <p:sp>
              <p:nvSpPr>
                <p:cNvPr id="65" name="矩形: 圆角 64">
                  <a:extLst>
                    <a:ext uri="{FF2B5EF4-FFF2-40B4-BE49-F238E27FC236}">
                      <a16:creationId xmlns:a16="http://schemas.microsoft.com/office/drawing/2014/main" id="{D0A11392-10DC-FF63-52A1-0B0EA52C352F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24EF1639-9825-81FC-8DF1-1C24AF8964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DEAE8E7F-1B1F-6D1F-1EEF-49E811F8E0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68E7AD1F-B496-B97A-65D7-AFBD8405C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86183" y="1392515"/>
                <a:ext cx="268961" cy="246026"/>
              </a:xfrm>
              <a:prstGeom prst="rect">
                <a:avLst/>
              </a:prstGeom>
            </p:spPr>
          </p:pic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768C6C6-08C8-5D92-0B2A-F4543EE05694}"/>
                </a:ext>
              </a:extLst>
            </p:cNvPr>
            <p:cNvGrpSpPr/>
            <p:nvPr/>
          </p:nvGrpSpPr>
          <p:grpSpPr>
            <a:xfrm>
              <a:off x="2332685" y="1395950"/>
              <a:ext cx="488092" cy="438665"/>
              <a:chOff x="8892097" y="1233616"/>
              <a:chExt cx="488092" cy="438665"/>
            </a:xfrm>
          </p:grpSpPr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46E26BEB-F6D5-1B3A-2B71-6C3476A52493}"/>
                  </a:ext>
                </a:extLst>
              </p:cNvPr>
              <p:cNvGrpSpPr/>
              <p:nvPr/>
            </p:nvGrpSpPr>
            <p:grpSpPr>
              <a:xfrm>
                <a:off x="8892097" y="1233616"/>
                <a:ext cx="488092" cy="438665"/>
                <a:chOff x="7234881" y="1946189"/>
                <a:chExt cx="488092" cy="438665"/>
              </a:xfrm>
            </p:grpSpPr>
            <p:sp>
              <p:nvSpPr>
                <p:cNvPr id="60" name="矩形: 圆角 59">
                  <a:extLst>
                    <a:ext uri="{FF2B5EF4-FFF2-40B4-BE49-F238E27FC236}">
                      <a16:creationId xmlns:a16="http://schemas.microsoft.com/office/drawing/2014/main" id="{76D015A6-9DCD-1FD7-B91B-0A64FC1823D5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1" name="直接连接符 60">
                  <a:extLst>
                    <a:ext uri="{FF2B5EF4-FFF2-40B4-BE49-F238E27FC236}">
                      <a16:creationId xmlns:a16="http://schemas.microsoft.com/office/drawing/2014/main" id="{DBCB89AB-7851-6703-07FD-2E030ACFC2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49BA8F4E-8ABB-4602-6684-4AD0E0558B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9" name="图片 58">
                <a:extLst>
                  <a:ext uri="{FF2B5EF4-FFF2-40B4-BE49-F238E27FC236}">
                    <a16:creationId xmlns:a16="http://schemas.microsoft.com/office/drawing/2014/main" id="{B5C6E80C-5698-4E59-0A1E-6A4A55A9C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86183" y="1392515"/>
                <a:ext cx="268961" cy="246026"/>
              </a:xfrm>
              <a:prstGeom prst="rect">
                <a:avLst/>
              </a:prstGeom>
            </p:spPr>
          </p:pic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F4E2C62-21AA-7116-6C9F-8F24B7892142}"/>
                </a:ext>
              </a:extLst>
            </p:cNvPr>
            <p:cNvGrpSpPr/>
            <p:nvPr/>
          </p:nvGrpSpPr>
          <p:grpSpPr>
            <a:xfrm>
              <a:off x="2851643" y="1341693"/>
              <a:ext cx="488092" cy="438665"/>
              <a:chOff x="8003855" y="3736240"/>
              <a:chExt cx="488092" cy="438665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68FA2BD0-411D-2600-A6AD-E86E85A0BA3B}"/>
                  </a:ext>
                </a:extLst>
              </p:cNvPr>
              <p:cNvGrpSpPr/>
              <p:nvPr/>
            </p:nvGrpSpPr>
            <p:grpSpPr>
              <a:xfrm>
                <a:off x="8003855" y="3736240"/>
                <a:ext cx="488092" cy="438665"/>
                <a:chOff x="7234881" y="1946189"/>
                <a:chExt cx="488092" cy="438665"/>
              </a:xfrm>
            </p:grpSpPr>
            <p:sp>
              <p:nvSpPr>
                <p:cNvPr id="55" name="矩形: 圆角 54">
                  <a:extLst>
                    <a:ext uri="{FF2B5EF4-FFF2-40B4-BE49-F238E27FC236}">
                      <a16:creationId xmlns:a16="http://schemas.microsoft.com/office/drawing/2014/main" id="{30CD16B5-374C-526B-6506-44886602D109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134FB66B-DF1B-9971-254E-0312887371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81A18158-BA4A-E4C0-73C3-BBFA5663D6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4" name="图片 53">
                <a:extLst>
                  <a:ext uri="{FF2B5EF4-FFF2-40B4-BE49-F238E27FC236}">
                    <a16:creationId xmlns:a16="http://schemas.microsoft.com/office/drawing/2014/main" id="{C0CB38F3-FFC0-1CBA-5F63-C06A281767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13751" y="3881471"/>
                <a:ext cx="268300" cy="273362"/>
              </a:xfrm>
              <a:prstGeom prst="rect">
                <a:avLst/>
              </a:prstGeom>
            </p:spPr>
          </p:pic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B598CEE-B1CB-05A1-1508-3F6B6C85BDBD}"/>
                </a:ext>
              </a:extLst>
            </p:cNvPr>
            <p:cNvGrpSpPr/>
            <p:nvPr/>
          </p:nvGrpSpPr>
          <p:grpSpPr>
            <a:xfrm>
              <a:off x="2880390" y="1376549"/>
              <a:ext cx="488092" cy="438665"/>
              <a:chOff x="8003855" y="3736240"/>
              <a:chExt cx="488092" cy="438665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0BBCF86F-D5BD-CBCA-8639-86A022747220}"/>
                  </a:ext>
                </a:extLst>
              </p:cNvPr>
              <p:cNvGrpSpPr/>
              <p:nvPr/>
            </p:nvGrpSpPr>
            <p:grpSpPr>
              <a:xfrm>
                <a:off x="8003855" y="3736240"/>
                <a:ext cx="488092" cy="438665"/>
                <a:chOff x="7234881" y="1946189"/>
                <a:chExt cx="488092" cy="438665"/>
              </a:xfrm>
            </p:grpSpPr>
            <p:sp>
              <p:nvSpPr>
                <p:cNvPr id="50" name="矩形: 圆角 49">
                  <a:extLst>
                    <a:ext uri="{FF2B5EF4-FFF2-40B4-BE49-F238E27FC236}">
                      <a16:creationId xmlns:a16="http://schemas.microsoft.com/office/drawing/2014/main" id="{5463822E-916E-7802-52CB-FA07B5CF940A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ABFA1E04-1EC4-BEAD-2789-C1C6F8022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07BD3E98-72F8-B36B-1996-DE4BD824C0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9" name="图片 48">
                <a:extLst>
                  <a:ext uri="{FF2B5EF4-FFF2-40B4-BE49-F238E27FC236}">
                    <a16:creationId xmlns:a16="http://schemas.microsoft.com/office/drawing/2014/main" id="{6C80C9D0-8318-BD55-0A8E-B81B23055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13751" y="3881471"/>
                <a:ext cx="268300" cy="273362"/>
              </a:xfrm>
              <a:prstGeom prst="rect">
                <a:avLst/>
              </a:prstGeom>
            </p:spPr>
          </p:pic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B57A37A-E501-0553-B89E-4685881B0835}"/>
                </a:ext>
              </a:extLst>
            </p:cNvPr>
            <p:cNvGrpSpPr/>
            <p:nvPr/>
          </p:nvGrpSpPr>
          <p:grpSpPr>
            <a:xfrm>
              <a:off x="2928151" y="1408647"/>
              <a:ext cx="488092" cy="438665"/>
              <a:chOff x="8003855" y="3736240"/>
              <a:chExt cx="488092" cy="438665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B9033AE-9B87-1DAA-AEB7-A0B564F7A6C3}"/>
                  </a:ext>
                </a:extLst>
              </p:cNvPr>
              <p:cNvGrpSpPr/>
              <p:nvPr/>
            </p:nvGrpSpPr>
            <p:grpSpPr>
              <a:xfrm>
                <a:off x="8003855" y="3736240"/>
                <a:ext cx="488092" cy="438665"/>
                <a:chOff x="7234881" y="1946189"/>
                <a:chExt cx="488092" cy="438665"/>
              </a:xfrm>
            </p:grpSpPr>
            <p:sp>
              <p:nvSpPr>
                <p:cNvPr id="45" name="矩形: 圆角 44">
                  <a:extLst>
                    <a:ext uri="{FF2B5EF4-FFF2-40B4-BE49-F238E27FC236}">
                      <a16:creationId xmlns:a16="http://schemas.microsoft.com/office/drawing/2014/main" id="{026DBCF3-7233-7B21-1129-14DEB6DC54E6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9E3DE588-3E6C-BD78-8958-6CEA24DB71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C97CF8D0-1F4C-ABDA-5717-CDC8E1B615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CF034A8A-D771-687A-7D83-7CB4C60312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13751" y="3881471"/>
                <a:ext cx="268300" cy="273362"/>
              </a:xfrm>
              <a:prstGeom prst="rect">
                <a:avLst/>
              </a:prstGeom>
            </p:spPr>
          </p:pic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58B572CB-C351-29D7-7268-2931647890AA}"/>
                </a:ext>
              </a:extLst>
            </p:cNvPr>
            <p:cNvGrpSpPr/>
            <p:nvPr/>
          </p:nvGrpSpPr>
          <p:grpSpPr>
            <a:xfrm>
              <a:off x="3454979" y="1334545"/>
              <a:ext cx="488092" cy="438665"/>
              <a:chOff x="8404005" y="2128329"/>
              <a:chExt cx="488092" cy="438665"/>
            </a:xfrm>
          </p:grpSpPr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BB74C22C-5B70-2995-E041-7568765C3A4A}"/>
                  </a:ext>
                </a:extLst>
              </p:cNvPr>
              <p:cNvGrpSpPr/>
              <p:nvPr/>
            </p:nvGrpSpPr>
            <p:grpSpPr>
              <a:xfrm>
                <a:off x="8404005" y="2128329"/>
                <a:ext cx="488092" cy="438665"/>
                <a:chOff x="7234881" y="1946189"/>
                <a:chExt cx="488092" cy="438665"/>
              </a:xfrm>
            </p:grpSpPr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6F15F9BF-0897-5949-998A-6E5E5284C9EC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8EBD7AC1-061D-5C9E-5DC8-15C8792A0C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A7521D97-B944-7247-D217-B1AB446B02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D85B738F-1077-DEF9-D8C3-E42CFA08D1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39929" y="2284844"/>
                <a:ext cx="206806" cy="271505"/>
              </a:xfrm>
              <a:prstGeom prst="rect">
                <a:avLst/>
              </a:prstGeom>
            </p:spPr>
          </p:pic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8D69519-FBA9-5B7E-E781-F969EEEB39E7}"/>
                </a:ext>
              </a:extLst>
            </p:cNvPr>
            <p:cNvGrpSpPr/>
            <p:nvPr/>
          </p:nvGrpSpPr>
          <p:grpSpPr>
            <a:xfrm>
              <a:off x="3496402" y="1367480"/>
              <a:ext cx="488092" cy="438665"/>
              <a:chOff x="8404005" y="2128329"/>
              <a:chExt cx="488092" cy="438665"/>
            </a:xfrm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1A882DC7-A5B7-09BC-0ECC-425AEA0B918B}"/>
                  </a:ext>
                </a:extLst>
              </p:cNvPr>
              <p:cNvGrpSpPr/>
              <p:nvPr/>
            </p:nvGrpSpPr>
            <p:grpSpPr>
              <a:xfrm>
                <a:off x="8404005" y="2128329"/>
                <a:ext cx="488092" cy="438665"/>
                <a:chOff x="7234881" y="1946189"/>
                <a:chExt cx="488092" cy="438665"/>
              </a:xfrm>
            </p:grpSpPr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E3FAD3E7-83F0-5BC4-DC8B-B5043D429FD0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D0CAB6BA-E0B0-C4EA-ECB4-84EEE972AD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7535344E-9A8A-18B1-64B3-935AE9C3D5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4" name="图片 33">
                <a:extLst>
                  <a:ext uri="{FF2B5EF4-FFF2-40B4-BE49-F238E27FC236}">
                    <a16:creationId xmlns:a16="http://schemas.microsoft.com/office/drawing/2014/main" id="{477FFC5A-DD33-7C2D-246C-8CE9A2C15F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39929" y="2284844"/>
                <a:ext cx="206806" cy="271505"/>
              </a:xfrm>
              <a:prstGeom prst="rect">
                <a:avLst/>
              </a:prstGeom>
            </p:spPr>
          </p:pic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F5254FF-24BE-91A8-94F8-A4B6079EFBF8}"/>
                </a:ext>
              </a:extLst>
            </p:cNvPr>
            <p:cNvGrpSpPr/>
            <p:nvPr/>
          </p:nvGrpSpPr>
          <p:grpSpPr>
            <a:xfrm>
              <a:off x="3536629" y="1414184"/>
              <a:ext cx="488092" cy="438665"/>
              <a:chOff x="8404005" y="2128329"/>
              <a:chExt cx="488092" cy="438665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618745EB-BAEE-A7F2-3088-2F848F81185C}"/>
                  </a:ext>
                </a:extLst>
              </p:cNvPr>
              <p:cNvGrpSpPr/>
              <p:nvPr/>
            </p:nvGrpSpPr>
            <p:grpSpPr>
              <a:xfrm>
                <a:off x="8404005" y="2128329"/>
                <a:ext cx="488092" cy="438665"/>
                <a:chOff x="7234881" y="1946189"/>
                <a:chExt cx="488092" cy="438665"/>
              </a:xfrm>
            </p:grpSpPr>
            <p:sp>
              <p:nvSpPr>
                <p:cNvPr id="30" name="矩形: 圆角 29">
                  <a:extLst>
                    <a:ext uri="{FF2B5EF4-FFF2-40B4-BE49-F238E27FC236}">
                      <a16:creationId xmlns:a16="http://schemas.microsoft.com/office/drawing/2014/main" id="{BBC1506F-0EBE-901E-CBBC-038BBC7F2FA0}"/>
                    </a:ext>
                  </a:extLst>
                </p:cNvPr>
                <p:cNvSpPr/>
                <p:nvPr/>
              </p:nvSpPr>
              <p:spPr>
                <a:xfrm>
                  <a:off x="7234881" y="1946189"/>
                  <a:ext cx="488092" cy="43866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DE1F64ED-AFF1-7ECA-FB90-4925C2AF25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4881" y="2071347"/>
                  <a:ext cx="4880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432DA222-239F-32F3-5223-EB6EAC2119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1378" y="2001793"/>
                  <a:ext cx="9885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52C32C48-EDCB-A875-E8AC-7E0DCB7636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39929" y="2284844"/>
                <a:ext cx="206806" cy="271505"/>
              </a:xfrm>
              <a:prstGeom prst="rect">
                <a:avLst/>
              </a:prstGeom>
            </p:spPr>
          </p:pic>
        </p:grp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45CB694-7EF8-18C7-E55A-0AF2014942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8319" y="1863380"/>
              <a:ext cx="0" cy="276160"/>
            </a:xfrm>
            <a:prstGeom prst="line">
              <a:avLst/>
            </a:prstGeom>
            <a:ln w="28575">
              <a:solidFill>
                <a:srgbClr val="00B050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A8161CC-06E2-A580-E6B5-5401EF57AC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1594" y="1863380"/>
              <a:ext cx="0" cy="276160"/>
            </a:xfrm>
            <a:prstGeom prst="line">
              <a:avLst/>
            </a:prstGeom>
            <a:ln w="28575">
              <a:solidFill>
                <a:srgbClr val="00B050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ED0465B-D5A0-1AD5-ECF3-7984EC8E5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4869" y="1863380"/>
              <a:ext cx="0" cy="276160"/>
            </a:xfrm>
            <a:prstGeom prst="line">
              <a:avLst/>
            </a:prstGeom>
            <a:ln w="28575">
              <a:solidFill>
                <a:srgbClr val="00B050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5537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1239</Words>
  <Application>Microsoft Macintosh PowerPoint</Application>
  <PresentationFormat>宽屏</PresentationFormat>
  <Paragraphs>552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微软雅黑</vt:lpstr>
      <vt:lpstr>Aptos</vt:lpstr>
      <vt:lpstr>Aptos Display</vt:lpstr>
      <vt:lpstr>Arial</vt:lpstr>
      <vt:lpstr>Office 主题​​</vt:lpstr>
      <vt:lpstr>高性能API网关 机会与风险分析</vt:lpstr>
      <vt:lpstr>目前的云原生架构</vt:lpstr>
      <vt:lpstr>API 的发展趋势分析</vt:lpstr>
      <vt:lpstr>新的云原生架构</vt:lpstr>
      <vt:lpstr>新的云原生架构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若松 吴</dc:creator>
  <cp:lastModifiedBy>若松 吴</cp:lastModifiedBy>
  <cp:revision>5</cp:revision>
  <dcterms:created xsi:type="dcterms:W3CDTF">2025-05-03T23:31:21Z</dcterms:created>
  <dcterms:modified xsi:type="dcterms:W3CDTF">2025-05-09T09:41:19Z</dcterms:modified>
</cp:coreProperties>
</file>